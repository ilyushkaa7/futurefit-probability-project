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5" r:id="rId1"/>
  </p:sldMasterIdLst>
  <p:notesMasterIdLst>
    <p:notesMasterId r:id="rId21"/>
  </p:notesMasterIdLst>
  <p:sldIdLst>
    <p:sldId id="256" r:id="rId2"/>
    <p:sldId id="277" r:id="rId3"/>
    <p:sldId id="259" r:id="rId4"/>
    <p:sldId id="269" r:id="rId5"/>
    <p:sldId id="258" r:id="rId6"/>
    <p:sldId id="274" r:id="rId7"/>
    <p:sldId id="263" r:id="rId8"/>
    <p:sldId id="278" r:id="rId9"/>
    <p:sldId id="260" r:id="rId10"/>
    <p:sldId id="268" r:id="rId11"/>
    <p:sldId id="267" r:id="rId12"/>
    <p:sldId id="270" r:id="rId13"/>
    <p:sldId id="279" r:id="rId14"/>
    <p:sldId id="261" r:id="rId15"/>
    <p:sldId id="257" r:id="rId16"/>
    <p:sldId id="280" r:id="rId17"/>
    <p:sldId id="281" r:id="rId18"/>
    <p:sldId id="276" r:id="rId19"/>
    <p:sldId id="271" r:id="rId20"/>
  </p:sldIdLst>
  <p:sldSz cx="18288000" cy="10287000"/>
  <p:notesSz cx="6858000" cy="9144000"/>
  <p:embeddedFontLst>
    <p:embeddedFont>
      <p:font typeface="Cambria Math" panose="02040503050406030204" pitchFamily="18" charset="0"/>
      <p:regular r:id="rId22"/>
    </p:embeddedFont>
    <p:embeddedFont>
      <p:font typeface="Lato" panose="020F0502020204030203" pitchFamily="34" charset="0"/>
      <p:regular r:id="rId23"/>
      <p:bold r:id="rId24"/>
      <p:italic r:id="rId25"/>
      <p:boldItalic r:id="rId26"/>
    </p:embeddedFont>
    <p:embeddedFont>
      <p:font typeface="Rajdhani" panose="02000000000000000000" pitchFamily="2" charset="0"/>
      <p:regular r:id="rId27"/>
      <p:bold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6F8"/>
    <a:srgbClr val="0852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C26DE01-F523-4318-A409-E3855CED85CC}">
  <a:tblStyle styleId="{1C26DE01-F523-4318-A409-E3855CED85C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43"/>
    <p:restoredTop sz="94694"/>
  </p:normalViewPr>
  <p:slideViewPr>
    <p:cSldViewPr snapToGrid="0">
      <p:cViewPr varScale="1">
        <p:scale>
          <a:sx n="69" d="100"/>
          <a:sy n="69" d="100"/>
        </p:scale>
        <p:origin x="256" y="5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9" name="Google Shape;14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435662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406214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16460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5" name="Google Shape;2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481764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5" name="Google Shape;26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51769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735550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452512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9" name="Google Shape;64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CUSTOM">
    <p:bg>
      <p:bgPr>
        <a:solidFill>
          <a:srgbClr val="08524D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title"/>
          </p:nvPr>
        </p:nvSpPr>
        <p:spPr>
          <a:xfrm>
            <a:off x="1028700" y="2872125"/>
            <a:ext cx="9579600" cy="30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CCFFA4"/>
              </a:buClr>
              <a:buSzPts val="10500"/>
              <a:buFont typeface="Rajdhani"/>
              <a:buNone/>
              <a:defRPr sz="10500" i="0" u="none" strike="noStrike" cap="none">
                <a:solidFill>
                  <a:srgbClr val="CCFFA4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title" idx="2"/>
          </p:nvPr>
        </p:nvSpPr>
        <p:spPr>
          <a:xfrm>
            <a:off x="1028700" y="6136025"/>
            <a:ext cx="9579600" cy="30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0"/>
              <a:buFont typeface="Rajdhani"/>
              <a:buNone/>
              <a:defRPr sz="10500" i="0" u="none" strike="noStrike" cap="none">
                <a:solidFill>
                  <a:schemeClr val="lt1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3"/>
          <p:cNvSpPr/>
          <p:nvPr/>
        </p:nvSpPr>
        <p:spPr>
          <a:xfrm>
            <a:off x="9411612" y="8303699"/>
            <a:ext cx="8439002" cy="1011916"/>
          </a:xfrm>
          <a:custGeom>
            <a:avLst/>
            <a:gdLst/>
            <a:ahLst/>
            <a:cxnLst/>
            <a:rect l="l" t="t" r="r" b="b"/>
            <a:pathLst>
              <a:path w="2222252" h="266469" extrusionOk="0">
                <a:moveTo>
                  <a:pt x="1111126" y="0"/>
                </a:moveTo>
                <a:cubicBezTo>
                  <a:pt x="497468" y="0"/>
                  <a:pt x="0" y="59651"/>
                  <a:pt x="0" y="133235"/>
                </a:cubicBezTo>
                <a:cubicBezTo>
                  <a:pt x="0" y="206818"/>
                  <a:pt x="497468" y="266469"/>
                  <a:pt x="1111126" y="266469"/>
                </a:cubicBezTo>
                <a:cubicBezTo>
                  <a:pt x="1724784" y="266469"/>
                  <a:pt x="2222252" y="206818"/>
                  <a:pt x="2222252" y="133235"/>
                </a:cubicBezTo>
                <a:cubicBezTo>
                  <a:pt x="2222252" y="59651"/>
                  <a:pt x="1724784" y="0"/>
                  <a:pt x="1111126" y="0"/>
                </a:cubicBezTo>
                <a:close/>
              </a:path>
            </a:pathLst>
          </a:custGeom>
          <a:solidFill>
            <a:srgbClr val="0730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" name="Google Shape;13;p3"/>
          <p:cNvPicPr preferRelativeResize="0"/>
          <p:nvPr/>
        </p:nvPicPr>
        <p:blipFill rotWithShape="1">
          <a:blip r:embed="rId2">
            <a:alphaModFix/>
          </a:blip>
          <a:srcRect r="3437"/>
          <a:stretch/>
        </p:blipFill>
        <p:spPr>
          <a:xfrm>
            <a:off x="8261800" y="1071825"/>
            <a:ext cx="10026200" cy="279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92600" y="3115611"/>
            <a:ext cx="7617423" cy="5789251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1028700" y="691400"/>
            <a:ext cx="4529700" cy="486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64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56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48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40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40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40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40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40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40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3"/>
          </p:nvPr>
        </p:nvSpPr>
        <p:spPr>
          <a:xfrm>
            <a:off x="12880325" y="691400"/>
            <a:ext cx="4529700" cy="486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 rtl="0">
              <a:spcBef>
                <a:spcPts val="64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r" rtl="0">
              <a:spcBef>
                <a:spcPts val="56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r" rtl="0">
              <a:spcBef>
                <a:spcPts val="48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r" rtl="0">
              <a:spcBef>
                <a:spcPts val="40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r" rtl="0">
              <a:spcBef>
                <a:spcPts val="40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r" rtl="0">
              <a:spcBef>
                <a:spcPts val="40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r" rtl="0">
              <a:spcBef>
                <a:spcPts val="40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r" rtl="0">
              <a:spcBef>
                <a:spcPts val="40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r" rtl="0">
              <a:spcBef>
                <a:spcPts val="40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">
  <p:cSld name="CUSTOM_1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1257100" y="413500"/>
            <a:ext cx="8615100" cy="3198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50"/>
              <a:buNone/>
              <a:defRPr sz="1085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9" name="Google Shape;19;p4"/>
          <p:cNvPicPr preferRelativeResize="0"/>
          <p:nvPr/>
        </p:nvPicPr>
        <p:blipFill rotWithShape="1">
          <a:blip r:embed="rId2">
            <a:alphaModFix/>
          </a:blip>
          <a:srcRect r="9107"/>
          <a:stretch/>
        </p:blipFill>
        <p:spPr>
          <a:xfrm>
            <a:off x="9872225" y="3373928"/>
            <a:ext cx="8428748" cy="255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4"/>
          <p:cNvPicPr preferRelativeResize="0"/>
          <p:nvPr/>
        </p:nvPicPr>
        <p:blipFill rotWithShape="1">
          <a:blip r:embed="rId2">
            <a:alphaModFix/>
          </a:blip>
          <a:srcRect r="9107"/>
          <a:stretch/>
        </p:blipFill>
        <p:spPr>
          <a:xfrm>
            <a:off x="9872225" y="6262384"/>
            <a:ext cx="8428748" cy="255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4"/>
          <p:cNvPicPr preferRelativeResize="0"/>
          <p:nvPr/>
        </p:nvPicPr>
        <p:blipFill rotWithShape="1">
          <a:blip r:embed="rId2">
            <a:alphaModFix/>
          </a:blip>
          <a:srcRect r="9107"/>
          <a:stretch/>
        </p:blipFill>
        <p:spPr>
          <a:xfrm>
            <a:off x="9872225" y="629450"/>
            <a:ext cx="8428748" cy="255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61" y="4162663"/>
            <a:ext cx="8428751" cy="5902624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4"/>
          <p:cNvSpPr txBox="1"/>
          <p:nvPr/>
        </p:nvSpPr>
        <p:spPr>
          <a:xfrm>
            <a:off x="10761342" y="1263612"/>
            <a:ext cx="1701000" cy="16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86" b="0" i="0" u="none" strike="noStrike" cap="none">
                <a:solidFill>
                  <a:srgbClr val="08524D"/>
                </a:solidFill>
                <a:latin typeface="Rajdhani"/>
                <a:ea typeface="Rajdhani"/>
                <a:cs typeface="Rajdhani"/>
                <a:sym typeface="Rajdhani"/>
              </a:rPr>
              <a:t>01</a:t>
            </a:r>
            <a:endParaRPr/>
          </a:p>
        </p:txBody>
      </p:sp>
      <p:sp>
        <p:nvSpPr>
          <p:cNvPr id="24" name="Google Shape;24;p4"/>
          <p:cNvSpPr txBox="1"/>
          <p:nvPr/>
        </p:nvSpPr>
        <p:spPr>
          <a:xfrm>
            <a:off x="10761342" y="3947132"/>
            <a:ext cx="1701000" cy="16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86" b="0" i="0" u="none" strike="noStrike" cap="none">
                <a:solidFill>
                  <a:srgbClr val="08524D"/>
                </a:solidFill>
                <a:latin typeface="Rajdhani"/>
                <a:ea typeface="Rajdhani"/>
                <a:cs typeface="Rajdhani"/>
                <a:sym typeface="Rajdhani"/>
              </a:rPr>
              <a:t>02</a:t>
            </a:r>
            <a:endParaRPr/>
          </a:p>
        </p:txBody>
      </p:sp>
      <p:sp>
        <p:nvSpPr>
          <p:cNvPr id="25" name="Google Shape;25;p4"/>
          <p:cNvSpPr txBox="1"/>
          <p:nvPr/>
        </p:nvSpPr>
        <p:spPr>
          <a:xfrm>
            <a:off x="10761342" y="6836829"/>
            <a:ext cx="1701000" cy="16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86" b="0" i="0" u="none" strike="noStrike" cap="none">
                <a:solidFill>
                  <a:srgbClr val="08524D"/>
                </a:solidFill>
                <a:latin typeface="Rajdhani"/>
                <a:ea typeface="Rajdhani"/>
                <a:cs typeface="Rajdhani"/>
                <a:sym typeface="Rajdhani"/>
              </a:rPr>
              <a:t>03</a:t>
            </a:r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ubTitle" idx="1"/>
          </p:nvPr>
        </p:nvSpPr>
        <p:spPr>
          <a:xfrm>
            <a:off x="12678650" y="4394725"/>
            <a:ext cx="4385100" cy="718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650"/>
              <a:buNone/>
              <a:defRPr sz="3650">
                <a:solidFill>
                  <a:schemeClr val="dk1"/>
                </a:solidFill>
              </a:defRPr>
            </a:lvl1pPr>
            <a:lvl2pPr lvl="1">
              <a:spcBef>
                <a:spcPts val="56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ubTitle" idx="2"/>
          </p:nvPr>
        </p:nvSpPr>
        <p:spPr>
          <a:xfrm>
            <a:off x="12678650" y="1653550"/>
            <a:ext cx="4385100" cy="718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650"/>
              <a:buNone/>
              <a:defRPr sz="3650">
                <a:solidFill>
                  <a:schemeClr val="dk1"/>
                </a:solidFill>
              </a:defRPr>
            </a:lvl1pPr>
            <a:lvl2pPr lvl="1" rtl="0">
              <a:spcBef>
                <a:spcPts val="56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ubTitle" idx="3"/>
          </p:nvPr>
        </p:nvSpPr>
        <p:spPr>
          <a:xfrm>
            <a:off x="12678650" y="7342653"/>
            <a:ext cx="4385100" cy="718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650"/>
              <a:buNone/>
              <a:defRPr sz="3650">
                <a:solidFill>
                  <a:schemeClr val="dk1"/>
                </a:solidFill>
              </a:defRPr>
            </a:lvl1pPr>
            <a:lvl2pPr lvl="1" rtl="0">
              <a:spcBef>
                <a:spcPts val="56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3">
  <p:cSld name="CUSTOM_2">
    <p:bg>
      <p:bgPr>
        <a:solidFill>
          <a:srgbClr val="43D29F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oogle Shape;30;p5"/>
          <p:cNvGrpSpPr/>
          <p:nvPr/>
        </p:nvGrpSpPr>
        <p:grpSpPr>
          <a:xfrm>
            <a:off x="0" y="1238812"/>
            <a:ext cx="18288000" cy="4879047"/>
            <a:chOff x="0" y="25400"/>
            <a:chExt cx="24384000" cy="6505396"/>
          </a:xfrm>
        </p:grpSpPr>
        <p:cxnSp>
          <p:nvCxnSpPr>
            <p:cNvPr id="31" name="Google Shape;31;p5"/>
            <p:cNvCxnSpPr/>
            <p:nvPr/>
          </p:nvCxnSpPr>
          <p:spPr>
            <a:xfrm>
              <a:off x="0" y="25400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" name="Google Shape;32;p5"/>
            <p:cNvCxnSpPr/>
            <p:nvPr/>
          </p:nvCxnSpPr>
          <p:spPr>
            <a:xfrm>
              <a:off x="0" y="1651749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" name="Google Shape;33;p5"/>
            <p:cNvCxnSpPr/>
            <p:nvPr/>
          </p:nvCxnSpPr>
          <p:spPr>
            <a:xfrm>
              <a:off x="0" y="3278098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" name="Google Shape;34;p5"/>
            <p:cNvCxnSpPr/>
            <p:nvPr/>
          </p:nvCxnSpPr>
          <p:spPr>
            <a:xfrm>
              <a:off x="0" y="4904447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5" name="Google Shape;35;p5"/>
            <p:cNvCxnSpPr/>
            <p:nvPr/>
          </p:nvCxnSpPr>
          <p:spPr>
            <a:xfrm>
              <a:off x="0" y="6530796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36" name="Google Shape;36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145451" y="330970"/>
            <a:ext cx="12011669" cy="8367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" name="Google Shape;37;p5"/>
          <p:cNvGrpSpPr/>
          <p:nvPr/>
        </p:nvGrpSpPr>
        <p:grpSpPr>
          <a:xfrm>
            <a:off x="0" y="6993082"/>
            <a:ext cx="18288118" cy="3294190"/>
            <a:chOff x="0" y="-85725"/>
            <a:chExt cx="4816592" cy="867600"/>
          </a:xfrm>
        </p:grpSpPr>
        <p:sp>
          <p:nvSpPr>
            <p:cNvPr id="38" name="Google Shape;38;p5"/>
            <p:cNvSpPr/>
            <p:nvPr/>
          </p:nvSpPr>
          <p:spPr>
            <a:xfrm>
              <a:off x="0" y="0"/>
              <a:ext cx="4816592" cy="781808"/>
            </a:xfrm>
            <a:custGeom>
              <a:avLst/>
              <a:gdLst/>
              <a:ahLst/>
              <a:cxnLst/>
              <a:rect l="l" t="t" r="r" b="b"/>
              <a:pathLst>
                <a:path w="4816592" h="781808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781808"/>
                  </a:lnTo>
                  <a:lnTo>
                    <a:pt x="0" y="781808"/>
                  </a:lnTo>
                  <a:close/>
                </a:path>
              </a:pathLst>
            </a:custGeom>
            <a:solidFill>
              <a:srgbClr val="08524D"/>
            </a:solidFill>
            <a:ln>
              <a:noFill/>
            </a:ln>
          </p:spPr>
        </p:sp>
        <p:sp>
          <p:nvSpPr>
            <p:cNvPr id="39" name="Google Shape;39;p5"/>
            <p:cNvSpPr txBox="1"/>
            <p:nvPr/>
          </p:nvSpPr>
          <p:spPr>
            <a:xfrm>
              <a:off x="0" y="-85725"/>
              <a:ext cx="4816500" cy="86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" name="Google Shape;40;p5"/>
          <p:cNvSpPr txBox="1"/>
          <p:nvPr/>
        </p:nvSpPr>
        <p:spPr>
          <a:xfrm>
            <a:off x="331466" y="7376960"/>
            <a:ext cx="3231000" cy="27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969" b="0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01</a:t>
            </a:r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title"/>
          </p:nvPr>
        </p:nvSpPr>
        <p:spPr>
          <a:xfrm>
            <a:off x="3652333" y="7332355"/>
            <a:ext cx="14049900" cy="161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7950"/>
              <a:buNone/>
              <a:defRPr sz="1795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4">
  <p:cSld name="CUSTOM_3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>
            <a:spLocks noGrp="1"/>
          </p:cNvSpPr>
          <p:nvPr>
            <p:ph type="title"/>
          </p:nvPr>
        </p:nvSpPr>
        <p:spPr>
          <a:xfrm>
            <a:off x="1028700" y="605150"/>
            <a:ext cx="16817100" cy="161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4" name="Google Shape;44;p6"/>
          <p:cNvGrpSpPr/>
          <p:nvPr/>
        </p:nvGrpSpPr>
        <p:grpSpPr>
          <a:xfrm>
            <a:off x="652192" y="3059276"/>
            <a:ext cx="5588163" cy="5653649"/>
            <a:chOff x="0" y="-9525"/>
            <a:chExt cx="812800" cy="822325"/>
          </a:xfrm>
        </p:grpSpPr>
        <p:sp>
          <p:nvSpPr>
            <p:cNvPr id="45" name="Google Shape;45;p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F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6"/>
            <p:cNvSpPr txBox="1"/>
            <p:nvPr/>
          </p:nvSpPr>
          <p:spPr>
            <a:xfrm>
              <a:off x="76200" y="-9525"/>
              <a:ext cx="660300" cy="74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" name="Google Shape;47;p6"/>
          <p:cNvGrpSpPr/>
          <p:nvPr/>
        </p:nvGrpSpPr>
        <p:grpSpPr>
          <a:xfrm>
            <a:off x="745653" y="2857348"/>
            <a:ext cx="5588163" cy="5653649"/>
            <a:chOff x="0" y="-9525"/>
            <a:chExt cx="812800" cy="822325"/>
          </a:xfrm>
        </p:grpSpPr>
        <p:sp>
          <p:nvSpPr>
            <p:cNvPr id="48" name="Google Shape;48;p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6"/>
            <p:cNvSpPr txBox="1"/>
            <p:nvPr/>
          </p:nvSpPr>
          <p:spPr>
            <a:xfrm>
              <a:off x="76200" y="-9525"/>
              <a:ext cx="660300" cy="74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" name="Google Shape;50;p6"/>
          <p:cNvGrpSpPr/>
          <p:nvPr/>
        </p:nvGrpSpPr>
        <p:grpSpPr>
          <a:xfrm>
            <a:off x="11943240" y="3059276"/>
            <a:ext cx="5588163" cy="5653649"/>
            <a:chOff x="0" y="-9525"/>
            <a:chExt cx="812800" cy="822325"/>
          </a:xfrm>
        </p:grpSpPr>
        <p:sp>
          <p:nvSpPr>
            <p:cNvPr id="51" name="Google Shape;51;p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F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6"/>
            <p:cNvSpPr txBox="1"/>
            <p:nvPr/>
          </p:nvSpPr>
          <p:spPr>
            <a:xfrm>
              <a:off x="76200" y="-9525"/>
              <a:ext cx="660300" cy="74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" name="Google Shape;53;p6"/>
          <p:cNvGrpSpPr/>
          <p:nvPr/>
        </p:nvGrpSpPr>
        <p:grpSpPr>
          <a:xfrm>
            <a:off x="12047642" y="2857348"/>
            <a:ext cx="5588163" cy="5653649"/>
            <a:chOff x="0" y="-9525"/>
            <a:chExt cx="812800" cy="822325"/>
          </a:xfrm>
        </p:grpSpPr>
        <p:sp>
          <p:nvSpPr>
            <p:cNvPr id="54" name="Google Shape;54;p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6"/>
            <p:cNvSpPr txBox="1"/>
            <p:nvPr/>
          </p:nvSpPr>
          <p:spPr>
            <a:xfrm>
              <a:off x="76200" y="-9525"/>
              <a:ext cx="660300" cy="74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6" name="Google Shape;56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66434" y="3770996"/>
            <a:ext cx="1253275" cy="117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19188" y="3429000"/>
            <a:ext cx="1140575" cy="137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3506" y="2857354"/>
            <a:ext cx="7911506" cy="640095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6"/>
          <p:cNvSpPr txBox="1">
            <a:spLocks noGrp="1"/>
          </p:cNvSpPr>
          <p:nvPr>
            <p:ph type="subTitle" idx="1"/>
          </p:nvPr>
        </p:nvSpPr>
        <p:spPr>
          <a:xfrm>
            <a:off x="1981525" y="5193825"/>
            <a:ext cx="2929500" cy="60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50"/>
              <a:buNone/>
              <a:defRPr sz="2550" b="1">
                <a:solidFill>
                  <a:schemeClr val="dk1"/>
                </a:solidFill>
              </a:defRPr>
            </a:lvl1pPr>
            <a:lvl2pPr lvl="1">
              <a:spcBef>
                <a:spcPts val="56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6"/>
          <p:cNvSpPr txBox="1">
            <a:spLocks noGrp="1"/>
          </p:cNvSpPr>
          <p:nvPr>
            <p:ph type="body" idx="2"/>
          </p:nvPr>
        </p:nvSpPr>
        <p:spPr>
          <a:xfrm>
            <a:off x="1873825" y="6146300"/>
            <a:ext cx="3144900" cy="170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5560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3pPr>
            <a:lvl4pPr marL="1828800" lvl="3" indent="-3556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4pPr>
            <a:lvl5pPr marL="2286000" lvl="4" indent="-3556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solidFill>
                  <a:schemeClr val="dk1"/>
                </a:solidFill>
              </a:defRPr>
            </a:lvl5pPr>
            <a:lvl6pPr marL="2743200" lvl="5" indent="-3556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6pPr>
            <a:lvl7pPr marL="3200400" lvl="6" indent="-3556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7pPr>
            <a:lvl8pPr marL="3657600" lvl="7" indent="-3556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8pPr>
            <a:lvl9pPr marL="4114800" lvl="8" indent="-3556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ubTitle" idx="3"/>
          </p:nvPr>
        </p:nvSpPr>
        <p:spPr>
          <a:xfrm>
            <a:off x="13376975" y="5193825"/>
            <a:ext cx="2929500" cy="60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50"/>
              <a:buNone/>
              <a:defRPr sz="2550" b="1">
                <a:solidFill>
                  <a:schemeClr val="dk1"/>
                </a:solidFill>
              </a:defRPr>
            </a:lvl1pPr>
            <a:lvl2pPr lvl="1" rtl="0">
              <a:spcBef>
                <a:spcPts val="56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6"/>
          <p:cNvSpPr txBox="1">
            <a:spLocks noGrp="1"/>
          </p:cNvSpPr>
          <p:nvPr>
            <p:ph type="body" idx="4"/>
          </p:nvPr>
        </p:nvSpPr>
        <p:spPr>
          <a:xfrm>
            <a:off x="13269275" y="6146300"/>
            <a:ext cx="3144900" cy="170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55600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3pPr>
            <a:lvl4pPr marL="1828800" lvl="3" indent="-355600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4pPr>
            <a:lvl5pPr marL="2286000" lvl="4" indent="-355600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solidFill>
                  <a:schemeClr val="dk1"/>
                </a:solidFill>
              </a:defRPr>
            </a:lvl5pPr>
            <a:lvl6pPr marL="2743200" lvl="5" indent="-355600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6pPr>
            <a:lvl7pPr marL="3200400" lvl="6" indent="-355600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7pPr>
            <a:lvl8pPr marL="3657600" lvl="7" indent="-355600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8pPr>
            <a:lvl9pPr marL="4114800" lvl="8" indent="-355600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5">
  <p:cSld name="CUSTOM_4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7"/>
          <p:cNvSpPr txBox="1">
            <a:spLocks noGrp="1"/>
          </p:cNvSpPr>
          <p:nvPr>
            <p:ph type="title"/>
          </p:nvPr>
        </p:nvSpPr>
        <p:spPr>
          <a:xfrm>
            <a:off x="1028700" y="605150"/>
            <a:ext cx="16817100" cy="161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0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5" name="Google Shape;65;p7"/>
          <p:cNvGrpSpPr/>
          <p:nvPr/>
        </p:nvGrpSpPr>
        <p:grpSpPr>
          <a:xfrm>
            <a:off x="2166573" y="2944098"/>
            <a:ext cx="2412329" cy="3043076"/>
            <a:chOff x="0" y="0"/>
            <a:chExt cx="3216439" cy="4057435"/>
          </a:xfrm>
        </p:grpSpPr>
        <p:sp>
          <p:nvSpPr>
            <p:cNvPr id="66" name="Google Shape;66;p7"/>
            <p:cNvSpPr/>
            <p:nvPr/>
          </p:nvSpPr>
          <p:spPr>
            <a:xfrm>
              <a:off x="0" y="0"/>
              <a:ext cx="3216439" cy="4057435"/>
            </a:xfrm>
            <a:custGeom>
              <a:avLst/>
              <a:gdLst/>
              <a:ahLst/>
              <a:cxnLst/>
              <a:rect l="l" t="t" r="r" b="b"/>
              <a:pathLst>
                <a:path w="3216439" h="4057435" extrusionOk="0">
                  <a:moveTo>
                    <a:pt x="0" y="0"/>
                  </a:moveTo>
                  <a:lnTo>
                    <a:pt x="3216439" y="0"/>
                  </a:lnTo>
                  <a:lnTo>
                    <a:pt x="3216439" y="4057435"/>
                  </a:lnTo>
                  <a:lnTo>
                    <a:pt x="0" y="405743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grpSp>
          <p:nvGrpSpPr>
            <p:cNvPr id="67" name="Google Shape;67;p7"/>
            <p:cNvGrpSpPr/>
            <p:nvPr/>
          </p:nvGrpSpPr>
          <p:grpSpPr>
            <a:xfrm>
              <a:off x="497212" y="353734"/>
              <a:ext cx="2222033" cy="2248072"/>
              <a:chOff x="0" y="-9525"/>
              <a:chExt cx="812800" cy="822325"/>
            </a:xfrm>
          </p:grpSpPr>
          <p:sp>
            <p:nvSpPr>
              <p:cNvPr id="68" name="Google Shape;68;p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CFF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7"/>
              <p:cNvSpPr txBox="1"/>
              <p:nvPr/>
            </p:nvSpPr>
            <p:spPr>
              <a:xfrm>
                <a:off x="76200" y="-9525"/>
                <a:ext cx="660300" cy="74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" name="Google Shape;70;p7"/>
          <p:cNvGrpSpPr/>
          <p:nvPr/>
        </p:nvGrpSpPr>
        <p:grpSpPr>
          <a:xfrm>
            <a:off x="6014081" y="2944098"/>
            <a:ext cx="2412329" cy="3043076"/>
            <a:chOff x="0" y="0"/>
            <a:chExt cx="3216439" cy="4057435"/>
          </a:xfrm>
        </p:grpSpPr>
        <p:sp>
          <p:nvSpPr>
            <p:cNvPr id="71" name="Google Shape;71;p7"/>
            <p:cNvSpPr/>
            <p:nvPr/>
          </p:nvSpPr>
          <p:spPr>
            <a:xfrm>
              <a:off x="0" y="0"/>
              <a:ext cx="3216439" cy="4057435"/>
            </a:xfrm>
            <a:custGeom>
              <a:avLst/>
              <a:gdLst/>
              <a:ahLst/>
              <a:cxnLst/>
              <a:rect l="l" t="t" r="r" b="b"/>
              <a:pathLst>
                <a:path w="3216439" h="4057435" extrusionOk="0">
                  <a:moveTo>
                    <a:pt x="0" y="0"/>
                  </a:moveTo>
                  <a:lnTo>
                    <a:pt x="3216439" y="0"/>
                  </a:lnTo>
                  <a:lnTo>
                    <a:pt x="3216439" y="4057435"/>
                  </a:lnTo>
                  <a:lnTo>
                    <a:pt x="0" y="405743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grpSp>
          <p:nvGrpSpPr>
            <p:cNvPr id="72" name="Google Shape;72;p7"/>
            <p:cNvGrpSpPr/>
            <p:nvPr/>
          </p:nvGrpSpPr>
          <p:grpSpPr>
            <a:xfrm>
              <a:off x="497212" y="353734"/>
              <a:ext cx="2222033" cy="2248072"/>
              <a:chOff x="0" y="-9525"/>
              <a:chExt cx="812800" cy="822325"/>
            </a:xfrm>
          </p:grpSpPr>
          <p:sp>
            <p:nvSpPr>
              <p:cNvPr id="73" name="Google Shape;73;p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3D2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7"/>
              <p:cNvSpPr txBox="1"/>
              <p:nvPr/>
            </p:nvSpPr>
            <p:spPr>
              <a:xfrm>
                <a:off x="76200" y="-9525"/>
                <a:ext cx="660300" cy="74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5" name="Google Shape;75;p7"/>
          <p:cNvGrpSpPr/>
          <p:nvPr/>
        </p:nvGrpSpPr>
        <p:grpSpPr>
          <a:xfrm>
            <a:off x="9861589" y="2944098"/>
            <a:ext cx="2412329" cy="3043076"/>
            <a:chOff x="0" y="0"/>
            <a:chExt cx="3216439" cy="4057435"/>
          </a:xfrm>
        </p:grpSpPr>
        <p:sp>
          <p:nvSpPr>
            <p:cNvPr id="76" name="Google Shape;76;p7"/>
            <p:cNvSpPr/>
            <p:nvPr/>
          </p:nvSpPr>
          <p:spPr>
            <a:xfrm>
              <a:off x="0" y="0"/>
              <a:ext cx="3216439" cy="4057435"/>
            </a:xfrm>
            <a:custGeom>
              <a:avLst/>
              <a:gdLst/>
              <a:ahLst/>
              <a:cxnLst/>
              <a:rect l="l" t="t" r="r" b="b"/>
              <a:pathLst>
                <a:path w="3216439" h="4057435" extrusionOk="0">
                  <a:moveTo>
                    <a:pt x="0" y="0"/>
                  </a:moveTo>
                  <a:lnTo>
                    <a:pt x="3216439" y="0"/>
                  </a:lnTo>
                  <a:lnTo>
                    <a:pt x="3216439" y="4057435"/>
                  </a:lnTo>
                  <a:lnTo>
                    <a:pt x="0" y="405743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grpSp>
          <p:nvGrpSpPr>
            <p:cNvPr id="77" name="Google Shape;77;p7"/>
            <p:cNvGrpSpPr/>
            <p:nvPr/>
          </p:nvGrpSpPr>
          <p:grpSpPr>
            <a:xfrm>
              <a:off x="497212" y="353734"/>
              <a:ext cx="2222033" cy="2248072"/>
              <a:chOff x="0" y="-9525"/>
              <a:chExt cx="812800" cy="822325"/>
            </a:xfrm>
          </p:grpSpPr>
          <p:sp>
            <p:nvSpPr>
              <p:cNvPr id="78" name="Google Shape;78;p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CFF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7"/>
              <p:cNvSpPr txBox="1"/>
              <p:nvPr/>
            </p:nvSpPr>
            <p:spPr>
              <a:xfrm>
                <a:off x="76200" y="-9525"/>
                <a:ext cx="660300" cy="74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0" name="Google Shape;80;p7"/>
          <p:cNvGrpSpPr/>
          <p:nvPr/>
        </p:nvGrpSpPr>
        <p:grpSpPr>
          <a:xfrm>
            <a:off x="13709097" y="2944098"/>
            <a:ext cx="2412329" cy="3043076"/>
            <a:chOff x="0" y="0"/>
            <a:chExt cx="3216439" cy="4057435"/>
          </a:xfrm>
        </p:grpSpPr>
        <p:sp>
          <p:nvSpPr>
            <p:cNvPr id="81" name="Google Shape;81;p7"/>
            <p:cNvSpPr/>
            <p:nvPr/>
          </p:nvSpPr>
          <p:spPr>
            <a:xfrm>
              <a:off x="0" y="0"/>
              <a:ext cx="3216439" cy="4057435"/>
            </a:xfrm>
            <a:custGeom>
              <a:avLst/>
              <a:gdLst/>
              <a:ahLst/>
              <a:cxnLst/>
              <a:rect l="l" t="t" r="r" b="b"/>
              <a:pathLst>
                <a:path w="3216439" h="4057435" extrusionOk="0">
                  <a:moveTo>
                    <a:pt x="0" y="0"/>
                  </a:moveTo>
                  <a:lnTo>
                    <a:pt x="3216439" y="0"/>
                  </a:lnTo>
                  <a:lnTo>
                    <a:pt x="3216439" y="4057435"/>
                  </a:lnTo>
                  <a:lnTo>
                    <a:pt x="0" y="405743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grpSp>
          <p:nvGrpSpPr>
            <p:cNvPr id="82" name="Google Shape;82;p7"/>
            <p:cNvGrpSpPr/>
            <p:nvPr/>
          </p:nvGrpSpPr>
          <p:grpSpPr>
            <a:xfrm>
              <a:off x="497212" y="353734"/>
              <a:ext cx="2222033" cy="2248072"/>
              <a:chOff x="0" y="-9525"/>
              <a:chExt cx="812800" cy="822325"/>
            </a:xfrm>
          </p:grpSpPr>
          <p:sp>
            <p:nvSpPr>
              <p:cNvPr id="83" name="Google Shape;83;p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3D2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7"/>
              <p:cNvSpPr txBox="1"/>
              <p:nvPr/>
            </p:nvSpPr>
            <p:spPr>
              <a:xfrm>
                <a:off x="76200" y="-9525"/>
                <a:ext cx="660300" cy="74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85" name="Google Shape;85;p7"/>
          <p:cNvCxnSpPr/>
          <p:nvPr/>
        </p:nvCxnSpPr>
        <p:spPr>
          <a:xfrm>
            <a:off x="0" y="6465139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F5F6F7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86" name="Google Shape;86;p7"/>
          <p:cNvGrpSpPr/>
          <p:nvPr/>
        </p:nvGrpSpPr>
        <p:grpSpPr>
          <a:xfrm>
            <a:off x="7017575" y="6278589"/>
            <a:ext cx="405343" cy="410093"/>
            <a:chOff x="0" y="-9525"/>
            <a:chExt cx="812800" cy="822325"/>
          </a:xfrm>
        </p:grpSpPr>
        <p:sp>
          <p:nvSpPr>
            <p:cNvPr id="87" name="Google Shape;87;p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3D2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7"/>
            <p:cNvSpPr txBox="1"/>
            <p:nvPr/>
          </p:nvSpPr>
          <p:spPr>
            <a:xfrm>
              <a:off x="76200" y="-9525"/>
              <a:ext cx="660300" cy="74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9" name="Google Shape;89;p7"/>
          <p:cNvGrpSpPr/>
          <p:nvPr/>
        </p:nvGrpSpPr>
        <p:grpSpPr>
          <a:xfrm>
            <a:off x="14705308" y="6278589"/>
            <a:ext cx="405343" cy="410093"/>
            <a:chOff x="0" y="-9525"/>
            <a:chExt cx="812800" cy="822325"/>
          </a:xfrm>
        </p:grpSpPr>
        <p:sp>
          <p:nvSpPr>
            <p:cNvPr id="90" name="Google Shape;90;p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3D2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7"/>
            <p:cNvSpPr txBox="1"/>
            <p:nvPr/>
          </p:nvSpPr>
          <p:spPr>
            <a:xfrm>
              <a:off x="76200" y="-9525"/>
              <a:ext cx="660300" cy="74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" name="Google Shape;92;p7"/>
          <p:cNvGrpSpPr/>
          <p:nvPr/>
        </p:nvGrpSpPr>
        <p:grpSpPr>
          <a:xfrm>
            <a:off x="10861442" y="6259588"/>
            <a:ext cx="405343" cy="429094"/>
            <a:chOff x="0" y="-47625"/>
            <a:chExt cx="812800" cy="860425"/>
          </a:xfrm>
        </p:grpSpPr>
        <p:sp>
          <p:nvSpPr>
            <p:cNvPr id="93" name="Google Shape;93;p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F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7"/>
            <p:cNvSpPr txBox="1"/>
            <p:nvPr/>
          </p:nvSpPr>
          <p:spPr>
            <a:xfrm>
              <a:off x="76200" y="-47625"/>
              <a:ext cx="660300" cy="78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44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5" name="Google Shape;95;p7"/>
          <p:cNvGrpSpPr/>
          <p:nvPr/>
        </p:nvGrpSpPr>
        <p:grpSpPr>
          <a:xfrm>
            <a:off x="3170068" y="6259588"/>
            <a:ext cx="405343" cy="429094"/>
            <a:chOff x="0" y="-47625"/>
            <a:chExt cx="812800" cy="860425"/>
          </a:xfrm>
        </p:grpSpPr>
        <p:sp>
          <p:nvSpPr>
            <p:cNvPr id="96" name="Google Shape;96;p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F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7"/>
            <p:cNvSpPr txBox="1"/>
            <p:nvPr/>
          </p:nvSpPr>
          <p:spPr>
            <a:xfrm>
              <a:off x="76200" y="-47625"/>
              <a:ext cx="660300" cy="78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44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8" name="Google Shape;98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54125" y="3505584"/>
            <a:ext cx="1404250" cy="1510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53207" y="3519677"/>
            <a:ext cx="1404250" cy="1431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365625" y="3577545"/>
            <a:ext cx="1404250" cy="1366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126200" y="3515075"/>
            <a:ext cx="1496049" cy="151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7"/>
          <p:cNvSpPr txBox="1">
            <a:spLocks noGrp="1"/>
          </p:cNvSpPr>
          <p:nvPr>
            <p:ph type="subTitle" idx="1"/>
          </p:nvPr>
        </p:nvSpPr>
        <p:spPr>
          <a:xfrm>
            <a:off x="1891500" y="7031575"/>
            <a:ext cx="2929500" cy="60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2550"/>
              <a:buNone/>
              <a:defRPr sz="2550" b="1"/>
            </a:lvl1pPr>
            <a:lvl2pPr lvl="1" rtl="0">
              <a:spcBef>
                <a:spcPts val="56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7"/>
          <p:cNvSpPr txBox="1">
            <a:spLocks noGrp="1"/>
          </p:cNvSpPr>
          <p:nvPr>
            <p:ph type="body" idx="2"/>
          </p:nvPr>
        </p:nvSpPr>
        <p:spPr>
          <a:xfrm>
            <a:off x="1783800" y="7984050"/>
            <a:ext cx="3144900" cy="170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rtl="0">
              <a:spcBef>
                <a:spcPts val="640"/>
              </a:spcBef>
              <a:spcAft>
                <a:spcPts val="0"/>
              </a:spcAft>
              <a:buSzPts val="2000"/>
              <a:buChar char="•"/>
              <a:defRPr/>
            </a:lvl1pPr>
            <a:lvl2pPr marL="914400" lvl="1" indent="-355600" rtl="0">
              <a:spcBef>
                <a:spcPts val="560"/>
              </a:spcBef>
              <a:spcAft>
                <a:spcPts val="0"/>
              </a:spcAft>
              <a:buSzPts val="2000"/>
              <a:buChar char="–"/>
              <a:defRPr/>
            </a:lvl2pPr>
            <a:lvl3pPr marL="1371600" lvl="2" indent="-355600" rtl="0">
              <a:spcBef>
                <a:spcPts val="48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55600" rtl="0"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marL="2286000" lvl="4" indent="-355600" rtl="0"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marL="2743200" lvl="5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p7"/>
          <p:cNvSpPr txBox="1">
            <a:spLocks noGrp="1"/>
          </p:cNvSpPr>
          <p:nvPr>
            <p:ph type="subTitle" idx="3"/>
          </p:nvPr>
        </p:nvSpPr>
        <p:spPr>
          <a:xfrm>
            <a:off x="5755488" y="7031575"/>
            <a:ext cx="2929500" cy="60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2550"/>
              <a:buNone/>
              <a:defRPr sz="2550" b="1"/>
            </a:lvl1pPr>
            <a:lvl2pPr lvl="1" rtl="0">
              <a:spcBef>
                <a:spcPts val="56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7"/>
          <p:cNvSpPr txBox="1">
            <a:spLocks noGrp="1"/>
          </p:cNvSpPr>
          <p:nvPr>
            <p:ph type="body" idx="4"/>
          </p:nvPr>
        </p:nvSpPr>
        <p:spPr>
          <a:xfrm>
            <a:off x="5647788" y="7984050"/>
            <a:ext cx="3144900" cy="170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rtl="0">
              <a:spcBef>
                <a:spcPts val="640"/>
              </a:spcBef>
              <a:spcAft>
                <a:spcPts val="0"/>
              </a:spcAft>
              <a:buSzPts val="2000"/>
              <a:buChar char="•"/>
              <a:defRPr/>
            </a:lvl1pPr>
            <a:lvl2pPr marL="914400" lvl="1" indent="-355600" rtl="0">
              <a:spcBef>
                <a:spcPts val="560"/>
              </a:spcBef>
              <a:spcAft>
                <a:spcPts val="0"/>
              </a:spcAft>
              <a:buSzPts val="2000"/>
              <a:buChar char="–"/>
              <a:defRPr/>
            </a:lvl2pPr>
            <a:lvl3pPr marL="1371600" lvl="2" indent="-355600" rtl="0">
              <a:spcBef>
                <a:spcPts val="48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55600" rtl="0"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marL="2286000" lvl="4" indent="-355600" rtl="0"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marL="2743200" lvl="5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7"/>
          <p:cNvSpPr txBox="1">
            <a:spLocks noGrp="1"/>
          </p:cNvSpPr>
          <p:nvPr>
            <p:ph type="subTitle" idx="5"/>
          </p:nvPr>
        </p:nvSpPr>
        <p:spPr>
          <a:xfrm>
            <a:off x="9599350" y="7031575"/>
            <a:ext cx="2929500" cy="60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2550"/>
              <a:buNone/>
              <a:defRPr sz="2550" b="1"/>
            </a:lvl1pPr>
            <a:lvl2pPr lvl="1" rtl="0">
              <a:spcBef>
                <a:spcPts val="56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7"/>
          <p:cNvSpPr txBox="1">
            <a:spLocks noGrp="1"/>
          </p:cNvSpPr>
          <p:nvPr>
            <p:ph type="body" idx="6"/>
          </p:nvPr>
        </p:nvSpPr>
        <p:spPr>
          <a:xfrm>
            <a:off x="9491650" y="7984050"/>
            <a:ext cx="3144900" cy="170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rtl="0">
              <a:spcBef>
                <a:spcPts val="640"/>
              </a:spcBef>
              <a:spcAft>
                <a:spcPts val="0"/>
              </a:spcAft>
              <a:buSzPts val="2000"/>
              <a:buChar char="•"/>
              <a:defRPr/>
            </a:lvl1pPr>
            <a:lvl2pPr marL="914400" lvl="1" indent="-355600" rtl="0">
              <a:spcBef>
                <a:spcPts val="560"/>
              </a:spcBef>
              <a:spcAft>
                <a:spcPts val="0"/>
              </a:spcAft>
              <a:buSzPts val="2000"/>
              <a:buChar char="–"/>
              <a:defRPr/>
            </a:lvl2pPr>
            <a:lvl3pPr marL="1371600" lvl="2" indent="-355600" rtl="0">
              <a:spcBef>
                <a:spcPts val="48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55600" rtl="0"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marL="2286000" lvl="4" indent="-355600" rtl="0"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marL="2743200" lvl="5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7"/>
          <p:cNvSpPr txBox="1">
            <a:spLocks noGrp="1"/>
          </p:cNvSpPr>
          <p:nvPr>
            <p:ph type="subTitle" idx="7"/>
          </p:nvPr>
        </p:nvSpPr>
        <p:spPr>
          <a:xfrm>
            <a:off x="13409475" y="7031575"/>
            <a:ext cx="2929500" cy="60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2550"/>
              <a:buNone/>
              <a:defRPr sz="2550" b="1"/>
            </a:lvl1pPr>
            <a:lvl2pPr lvl="1" rtl="0">
              <a:spcBef>
                <a:spcPts val="56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7"/>
          <p:cNvSpPr txBox="1">
            <a:spLocks noGrp="1"/>
          </p:cNvSpPr>
          <p:nvPr>
            <p:ph type="body" idx="8"/>
          </p:nvPr>
        </p:nvSpPr>
        <p:spPr>
          <a:xfrm>
            <a:off x="13301775" y="7984050"/>
            <a:ext cx="3144900" cy="170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rtl="0">
              <a:spcBef>
                <a:spcPts val="640"/>
              </a:spcBef>
              <a:spcAft>
                <a:spcPts val="0"/>
              </a:spcAft>
              <a:buSzPts val="2000"/>
              <a:buChar char="•"/>
              <a:defRPr/>
            </a:lvl1pPr>
            <a:lvl2pPr marL="914400" lvl="1" indent="-355600" rtl="0">
              <a:spcBef>
                <a:spcPts val="560"/>
              </a:spcBef>
              <a:spcAft>
                <a:spcPts val="0"/>
              </a:spcAft>
              <a:buSzPts val="2000"/>
              <a:buChar char="–"/>
              <a:defRPr/>
            </a:lvl2pPr>
            <a:lvl3pPr marL="1371600" lvl="2" indent="-355600" rtl="0">
              <a:spcBef>
                <a:spcPts val="48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55600" rtl="0"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marL="2286000" lvl="4" indent="-355600" rtl="0"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marL="2743200" lvl="5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6">
  <p:cSld name="CUSTOM_5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 txBox="1">
            <a:spLocks noGrp="1"/>
          </p:cNvSpPr>
          <p:nvPr>
            <p:ph type="title"/>
          </p:nvPr>
        </p:nvSpPr>
        <p:spPr>
          <a:xfrm>
            <a:off x="1028700" y="336428"/>
            <a:ext cx="17266800" cy="161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12" name="Google Shape;112;p8"/>
          <p:cNvGrpSpPr/>
          <p:nvPr/>
        </p:nvGrpSpPr>
        <p:grpSpPr>
          <a:xfrm rot="2700000">
            <a:off x="5894142" y="2591171"/>
            <a:ext cx="6719013" cy="6797752"/>
            <a:chOff x="0" y="-9525"/>
            <a:chExt cx="812800" cy="822325"/>
          </a:xfrm>
        </p:grpSpPr>
        <p:sp>
          <p:nvSpPr>
            <p:cNvPr id="113" name="Google Shape;113;p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CCFFA4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8"/>
            <p:cNvSpPr txBox="1"/>
            <p:nvPr/>
          </p:nvSpPr>
          <p:spPr>
            <a:xfrm>
              <a:off x="76200" y="-9525"/>
              <a:ext cx="660300" cy="74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5" name="Google Shape;115;p8"/>
          <p:cNvGrpSpPr/>
          <p:nvPr/>
        </p:nvGrpSpPr>
        <p:grpSpPr>
          <a:xfrm rot="2700000">
            <a:off x="7512925" y="4256078"/>
            <a:ext cx="3454396" cy="3494877"/>
            <a:chOff x="0" y="-9525"/>
            <a:chExt cx="812800" cy="822325"/>
          </a:xfrm>
        </p:grpSpPr>
        <p:sp>
          <p:nvSpPr>
            <p:cNvPr id="116" name="Google Shape;116;p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F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8"/>
            <p:cNvSpPr txBox="1"/>
            <p:nvPr/>
          </p:nvSpPr>
          <p:spPr>
            <a:xfrm>
              <a:off x="76200" y="-9525"/>
              <a:ext cx="660300" cy="74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8" name="Google Shape;118;p8"/>
          <p:cNvGrpSpPr/>
          <p:nvPr/>
        </p:nvGrpSpPr>
        <p:grpSpPr>
          <a:xfrm rot="2700000">
            <a:off x="10449623" y="2705149"/>
            <a:ext cx="2076752" cy="2101089"/>
            <a:chOff x="0" y="-9525"/>
            <a:chExt cx="812800" cy="822325"/>
          </a:xfrm>
        </p:grpSpPr>
        <p:sp>
          <p:nvSpPr>
            <p:cNvPr id="119" name="Google Shape;119;p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8524D"/>
            </a:solidFill>
            <a:ln w="38100" cap="sq" cmpd="sng">
              <a:solidFill>
                <a:srgbClr val="CCFFA4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8"/>
            <p:cNvSpPr txBox="1"/>
            <p:nvPr/>
          </p:nvSpPr>
          <p:spPr>
            <a:xfrm>
              <a:off x="76200" y="-9525"/>
              <a:ext cx="660300" cy="74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" name="Google Shape;121;p8"/>
          <p:cNvGrpSpPr/>
          <p:nvPr/>
        </p:nvGrpSpPr>
        <p:grpSpPr>
          <a:xfrm rot="2700000">
            <a:off x="5945052" y="7209720"/>
            <a:ext cx="2076752" cy="2101089"/>
            <a:chOff x="0" y="-9525"/>
            <a:chExt cx="812800" cy="822325"/>
          </a:xfrm>
        </p:grpSpPr>
        <p:sp>
          <p:nvSpPr>
            <p:cNvPr id="122" name="Google Shape;122;p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8524D"/>
            </a:solidFill>
            <a:ln w="38100" cap="sq" cmpd="sng">
              <a:solidFill>
                <a:srgbClr val="CCFFA4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8"/>
            <p:cNvSpPr txBox="1"/>
            <p:nvPr/>
          </p:nvSpPr>
          <p:spPr>
            <a:xfrm>
              <a:off x="76200" y="-9525"/>
              <a:ext cx="660300" cy="74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4" name="Google Shape;124;p8"/>
          <p:cNvGrpSpPr/>
          <p:nvPr/>
        </p:nvGrpSpPr>
        <p:grpSpPr>
          <a:xfrm rot="2700000">
            <a:off x="10412666" y="7178165"/>
            <a:ext cx="2076752" cy="2101089"/>
            <a:chOff x="0" y="-9525"/>
            <a:chExt cx="812800" cy="822325"/>
          </a:xfrm>
        </p:grpSpPr>
        <p:sp>
          <p:nvSpPr>
            <p:cNvPr id="125" name="Google Shape;125;p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8524D"/>
            </a:solidFill>
            <a:ln w="38100" cap="sq" cmpd="sng">
              <a:solidFill>
                <a:srgbClr val="CCFFA4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8"/>
            <p:cNvSpPr txBox="1"/>
            <p:nvPr/>
          </p:nvSpPr>
          <p:spPr>
            <a:xfrm>
              <a:off x="76200" y="-9525"/>
              <a:ext cx="660300" cy="74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7" name="Google Shape;127;p8"/>
          <p:cNvGrpSpPr/>
          <p:nvPr/>
        </p:nvGrpSpPr>
        <p:grpSpPr>
          <a:xfrm rot="2700000">
            <a:off x="5820521" y="2583214"/>
            <a:ext cx="2076752" cy="2101089"/>
            <a:chOff x="0" y="-9525"/>
            <a:chExt cx="812800" cy="822325"/>
          </a:xfrm>
        </p:grpSpPr>
        <p:sp>
          <p:nvSpPr>
            <p:cNvPr id="128" name="Google Shape;128;p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8524D"/>
            </a:solidFill>
            <a:ln w="38100" cap="sq" cmpd="sng">
              <a:solidFill>
                <a:srgbClr val="CCFFA4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8"/>
            <p:cNvSpPr txBox="1"/>
            <p:nvPr/>
          </p:nvSpPr>
          <p:spPr>
            <a:xfrm>
              <a:off x="76200" y="-9525"/>
              <a:ext cx="660300" cy="74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" name="Google Shape;130;p8"/>
          <p:cNvSpPr/>
          <p:nvPr/>
        </p:nvSpPr>
        <p:spPr>
          <a:xfrm>
            <a:off x="10948748" y="3133865"/>
            <a:ext cx="1064777" cy="1155083"/>
          </a:xfrm>
          <a:custGeom>
            <a:avLst/>
            <a:gdLst/>
            <a:ahLst/>
            <a:cxnLst/>
            <a:rect l="l" t="t" r="r" b="b"/>
            <a:pathLst>
              <a:path w="1064777" h="1155083" extrusionOk="0">
                <a:moveTo>
                  <a:pt x="0" y="0"/>
                </a:moveTo>
                <a:lnTo>
                  <a:pt x="1064777" y="0"/>
                </a:lnTo>
                <a:lnTo>
                  <a:pt x="1064777" y="1155084"/>
                </a:lnTo>
                <a:lnTo>
                  <a:pt x="0" y="11550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1" name="Google Shape;131;p8"/>
          <p:cNvSpPr/>
          <p:nvPr/>
        </p:nvSpPr>
        <p:spPr>
          <a:xfrm>
            <a:off x="6357468" y="3107111"/>
            <a:ext cx="1014804" cy="1041311"/>
          </a:xfrm>
          <a:custGeom>
            <a:avLst/>
            <a:gdLst/>
            <a:ahLst/>
            <a:cxnLst/>
            <a:rect l="l" t="t" r="r" b="b"/>
            <a:pathLst>
              <a:path w="1014804" h="1041311" extrusionOk="0">
                <a:moveTo>
                  <a:pt x="0" y="0"/>
                </a:moveTo>
                <a:lnTo>
                  <a:pt x="1014804" y="0"/>
                </a:lnTo>
                <a:lnTo>
                  <a:pt x="1014804" y="1041310"/>
                </a:lnTo>
                <a:lnTo>
                  <a:pt x="0" y="10413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2" name="Google Shape;132;p8"/>
          <p:cNvSpPr/>
          <p:nvPr/>
        </p:nvSpPr>
        <p:spPr>
          <a:xfrm>
            <a:off x="10918284" y="7688926"/>
            <a:ext cx="1048308" cy="1061822"/>
          </a:xfrm>
          <a:custGeom>
            <a:avLst/>
            <a:gdLst/>
            <a:ahLst/>
            <a:cxnLst/>
            <a:rect l="l" t="t" r="r" b="b"/>
            <a:pathLst>
              <a:path w="1048308" h="1061822" extrusionOk="0">
                <a:moveTo>
                  <a:pt x="0" y="0"/>
                </a:moveTo>
                <a:lnTo>
                  <a:pt x="1048307" y="0"/>
                </a:lnTo>
                <a:lnTo>
                  <a:pt x="1048307" y="1061822"/>
                </a:lnTo>
                <a:lnTo>
                  <a:pt x="0" y="10618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3" name="Google Shape;133;p8"/>
          <p:cNvSpPr/>
          <p:nvPr/>
        </p:nvSpPr>
        <p:spPr>
          <a:xfrm>
            <a:off x="8318758" y="4965104"/>
            <a:ext cx="1900948" cy="1835279"/>
          </a:xfrm>
          <a:custGeom>
            <a:avLst/>
            <a:gdLst/>
            <a:ahLst/>
            <a:cxnLst/>
            <a:rect l="l" t="t" r="r" b="b"/>
            <a:pathLst>
              <a:path w="1900948" h="1835279" extrusionOk="0">
                <a:moveTo>
                  <a:pt x="0" y="0"/>
                </a:moveTo>
                <a:lnTo>
                  <a:pt x="1900948" y="0"/>
                </a:lnTo>
                <a:lnTo>
                  <a:pt x="1900948" y="1835279"/>
                </a:lnTo>
                <a:lnTo>
                  <a:pt x="0" y="18352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4" name="Google Shape;134;p8"/>
          <p:cNvSpPr/>
          <p:nvPr/>
        </p:nvSpPr>
        <p:spPr>
          <a:xfrm>
            <a:off x="6459715" y="7625567"/>
            <a:ext cx="1030217" cy="1293652"/>
          </a:xfrm>
          <a:custGeom>
            <a:avLst/>
            <a:gdLst/>
            <a:ahLst/>
            <a:cxnLst/>
            <a:rect l="l" t="t" r="r" b="b"/>
            <a:pathLst>
              <a:path w="1030217" h="1293652" extrusionOk="0">
                <a:moveTo>
                  <a:pt x="0" y="0"/>
                </a:moveTo>
                <a:lnTo>
                  <a:pt x="1030217" y="0"/>
                </a:lnTo>
                <a:lnTo>
                  <a:pt x="1030217" y="1293652"/>
                </a:lnTo>
                <a:lnTo>
                  <a:pt x="0" y="12936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cxnSp>
        <p:nvCxnSpPr>
          <p:cNvPr id="135" name="Google Shape;135;p8"/>
          <p:cNvCxnSpPr/>
          <p:nvPr/>
        </p:nvCxnSpPr>
        <p:spPr>
          <a:xfrm>
            <a:off x="2179356" y="3402249"/>
            <a:ext cx="3676500" cy="0"/>
          </a:xfrm>
          <a:prstGeom prst="straightConnector1">
            <a:avLst/>
          </a:prstGeom>
          <a:noFill/>
          <a:ln w="38100" cap="flat" cmpd="sng">
            <a:solidFill>
              <a:srgbClr val="CCFF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6" name="Google Shape;136;p8"/>
          <p:cNvCxnSpPr/>
          <p:nvPr/>
        </p:nvCxnSpPr>
        <p:spPr>
          <a:xfrm>
            <a:off x="2179356" y="7707976"/>
            <a:ext cx="3958800" cy="0"/>
          </a:xfrm>
          <a:prstGeom prst="straightConnector1">
            <a:avLst/>
          </a:prstGeom>
          <a:noFill/>
          <a:ln w="38100" cap="flat" cmpd="sng">
            <a:solidFill>
              <a:srgbClr val="CCFF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7" name="Google Shape;137;p8"/>
          <p:cNvCxnSpPr/>
          <p:nvPr/>
        </p:nvCxnSpPr>
        <p:spPr>
          <a:xfrm>
            <a:off x="12443842" y="3402249"/>
            <a:ext cx="3730200" cy="0"/>
          </a:xfrm>
          <a:prstGeom prst="straightConnector1">
            <a:avLst/>
          </a:prstGeom>
          <a:noFill/>
          <a:ln w="38100" cap="flat" cmpd="sng">
            <a:solidFill>
              <a:srgbClr val="CCFF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8" name="Google Shape;138;p8"/>
          <p:cNvCxnSpPr/>
          <p:nvPr/>
        </p:nvCxnSpPr>
        <p:spPr>
          <a:xfrm>
            <a:off x="12443842" y="7707976"/>
            <a:ext cx="3958800" cy="0"/>
          </a:xfrm>
          <a:prstGeom prst="straightConnector1">
            <a:avLst/>
          </a:prstGeom>
          <a:noFill/>
          <a:ln w="38100" cap="flat" cmpd="sng">
            <a:solidFill>
              <a:srgbClr val="CCFFA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9" name="Google Shape;139;p8"/>
          <p:cNvSpPr txBox="1">
            <a:spLocks noGrp="1"/>
          </p:cNvSpPr>
          <p:nvPr>
            <p:ph type="subTitle" idx="1"/>
          </p:nvPr>
        </p:nvSpPr>
        <p:spPr>
          <a:xfrm>
            <a:off x="140575" y="2697968"/>
            <a:ext cx="4914000" cy="60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 rtl="0">
              <a:spcBef>
                <a:spcPts val="640"/>
              </a:spcBef>
              <a:spcAft>
                <a:spcPts val="0"/>
              </a:spcAft>
              <a:buSzPts val="2550"/>
              <a:buNone/>
              <a:defRPr sz="2550" b="1"/>
            </a:lvl1pPr>
            <a:lvl2pPr lvl="1" algn="r" rtl="0">
              <a:spcBef>
                <a:spcPts val="560"/>
              </a:spcBef>
              <a:spcAft>
                <a:spcPts val="0"/>
              </a:spcAft>
              <a:buSzPts val="2000"/>
              <a:buNone/>
              <a:defRPr/>
            </a:lvl2pPr>
            <a:lvl3pPr lvl="2" algn="r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3pPr>
            <a:lvl4pPr lvl="3" algn="r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algn="r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algn="r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r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r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r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8"/>
          <p:cNvSpPr txBox="1">
            <a:spLocks noGrp="1"/>
          </p:cNvSpPr>
          <p:nvPr>
            <p:ph type="body" idx="2"/>
          </p:nvPr>
        </p:nvSpPr>
        <p:spPr>
          <a:xfrm>
            <a:off x="952275" y="3604735"/>
            <a:ext cx="4209900" cy="170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r" rtl="0">
              <a:spcBef>
                <a:spcPts val="640"/>
              </a:spcBef>
              <a:spcAft>
                <a:spcPts val="0"/>
              </a:spcAft>
              <a:buSzPts val="2000"/>
              <a:buChar char="•"/>
              <a:defRPr/>
            </a:lvl1pPr>
            <a:lvl2pPr marL="914400" lvl="1" indent="-355600" algn="r" rtl="0">
              <a:spcBef>
                <a:spcPts val="560"/>
              </a:spcBef>
              <a:spcAft>
                <a:spcPts val="0"/>
              </a:spcAft>
              <a:buSzPts val="2000"/>
              <a:buChar char="–"/>
              <a:defRPr/>
            </a:lvl2pPr>
            <a:lvl3pPr marL="1371600" lvl="2" indent="-355600" algn="r" rtl="0">
              <a:spcBef>
                <a:spcPts val="48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55600" algn="r" rtl="0"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marL="2286000" lvl="4" indent="-355600" algn="r" rtl="0"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marL="2743200" lvl="5" indent="-355600" algn="r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r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r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r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141" name="Google Shape;141;p8"/>
          <p:cNvSpPr txBox="1">
            <a:spLocks noGrp="1"/>
          </p:cNvSpPr>
          <p:nvPr>
            <p:ph type="subTitle" idx="3"/>
          </p:nvPr>
        </p:nvSpPr>
        <p:spPr>
          <a:xfrm>
            <a:off x="140575" y="7057217"/>
            <a:ext cx="4914000" cy="60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 rtl="0">
              <a:spcBef>
                <a:spcPts val="640"/>
              </a:spcBef>
              <a:spcAft>
                <a:spcPts val="0"/>
              </a:spcAft>
              <a:buSzPts val="2550"/>
              <a:buNone/>
              <a:defRPr sz="2550" b="1"/>
            </a:lvl1pPr>
            <a:lvl2pPr lvl="1" algn="r" rtl="0">
              <a:spcBef>
                <a:spcPts val="560"/>
              </a:spcBef>
              <a:spcAft>
                <a:spcPts val="0"/>
              </a:spcAft>
              <a:buSzPts val="2000"/>
              <a:buNone/>
              <a:defRPr/>
            </a:lvl2pPr>
            <a:lvl3pPr lvl="2" algn="r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3pPr>
            <a:lvl4pPr lvl="3" algn="r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algn="r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algn="r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r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r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r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8"/>
          <p:cNvSpPr txBox="1">
            <a:spLocks noGrp="1"/>
          </p:cNvSpPr>
          <p:nvPr>
            <p:ph type="body" idx="4"/>
          </p:nvPr>
        </p:nvSpPr>
        <p:spPr>
          <a:xfrm>
            <a:off x="952275" y="7963983"/>
            <a:ext cx="4209900" cy="170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r" rtl="0">
              <a:spcBef>
                <a:spcPts val="640"/>
              </a:spcBef>
              <a:spcAft>
                <a:spcPts val="0"/>
              </a:spcAft>
              <a:buSzPts val="2000"/>
              <a:buChar char="•"/>
              <a:defRPr/>
            </a:lvl1pPr>
            <a:lvl2pPr marL="914400" lvl="1" indent="-355600" algn="r" rtl="0">
              <a:spcBef>
                <a:spcPts val="560"/>
              </a:spcBef>
              <a:spcAft>
                <a:spcPts val="0"/>
              </a:spcAft>
              <a:buSzPts val="2000"/>
              <a:buChar char="–"/>
              <a:defRPr/>
            </a:lvl2pPr>
            <a:lvl3pPr marL="1371600" lvl="2" indent="-355600" algn="r" rtl="0">
              <a:spcBef>
                <a:spcPts val="48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55600" algn="r" rtl="0"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marL="2286000" lvl="4" indent="-355600" algn="r" rtl="0"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marL="2743200" lvl="5" indent="-355600" algn="r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r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r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r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143" name="Google Shape;143;p8"/>
          <p:cNvSpPr txBox="1">
            <a:spLocks noGrp="1"/>
          </p:cNvSpPr>
          <p:nvPr>
            <p:ph type="subTitle" idx="5"/>
          </p:nvPr>
        </p:nvSpPr>
        <p:spPr>
          <a:xfrm>
            <a:off x="13233425" y="2697968"/>
            <a:ext cx="4914000" cy="60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640"/>
              </a:spcBef>
              <a:spcAft>
                <a:spcPts val="0"/>
              </a:spcAft>
              <a:buSzPts val="2550"/>
              <a:buNone/>
              <a:defRPr sz="2550" b="1"/>
            </a:lvl1pPr>
            <a:lvl2pPr lvl="1" algn="l" rtl="0">
              <a:spcBef>
                <a:spcPts val="560"/>
              </a:spcBef>
              <a:spcAft>
                <a:spcPts val="0"/>
              </a:spcAft>
              <a:buSzPts val="2000"/>
              <a:buNone/>
              <a:defRPr/>
            </a:lvl2pPr>
            <a:lvl3pPr lvl="2" algn="l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3pPr>
            <a:lvl4pPr lvl="3" algn="l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algn="l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algn="l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l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l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l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8"/>
          <p:cNvSpPr txBox="1">
            <a:spLocks noGrp="1"/>
          </p:cNvSpPr>
          <p:nvPr>
            <p:ph type="body" idx="6"/>
          </p:nvPr>
        </p:nvSpPr>
        <p:spPr>
          <a:xfrm>
            <a:off x="13270400" y="3604735"/>
            <a:ext cx="4209900" cy="170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 rtl="0">
              <a:spcBef>
                <a:spcPts val="640"/>
              </a:spcBef>
              <a:spcAft>
                <a:spcPts val="0"/>
              </a:spcAft>
              <a:buSzPts val="2000"/>
              <a:buChar char="•"/>
              <a:defRPr/>
            </a:lvl1pPr>
            <a:lvl2pPr marL="914400" lvl="1" indent="-355600" algn="l" rtl="0">
              <a:spcBef>
                <a:spcPts val="560"/>
              </a:spcBef>
              <a:spcAft>
                <a:spcPts val="0"/>
              </a:spcAft>
              <a:buSzPts val="2000"/>
              <a:buChar char="–"/>
              <a:defRPr/>
            </a:lvl2pPr>
            <a:lvl3pPr marL="1371600" lvl="2" indent="-355600" algn="l" rtl="0">
              <a:spcBef>
                <a:spcPts val="48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145" name="Google Shape;145;p8"/>
          <p:cNvSpPr txBox="1">
            <a:spLocks noGrp="1"/>
          </p:cNvSpPr>
          <p:nvPr>
            <p:ph type="subTitle" idx="7"/>
          </p:nvPr>
        </p:nvSpPr>
        <p:spPr>
          <a:xfrm>
            <a:off x="13233425" y="7057218"/>
            <a:ext cx="4914000" cy="60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640"/>
              </a:spcBef>
              <a:spcAft>
                <a:spcPts val="0"/>
              </a:spcAft>
              <a:buSzPts val="2550"/>
              <a:buNone/>
              <a:defRPr sz="2550" b="1"/>
            </a:lvl1pPr>
            <a:lvl2pPr lvl="1" algn="l" rtl="0">
              <a:spcBef>
                <a:spcPts val="560"/>
              </a:spcBef>
              <a:spcAft>
                <a:spcPts val="0"/>
              </a:spcAft>
              <a:buSzPts val="2000"/>
              <a:buNone/>
              <a:defRPr/>
            </a:lvl2pPr>
            <a:lvl3pPr lvl="2" algn="l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3pPr>
            <a:lvl4pPr lvl="3" algn="l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algn="l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algn="l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l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l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l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8"/>
          <p:cNvSpPr txBox="1">
            <a:spLocks noGrp="1"/>
          </p:cNvSpPr>
          <p:nvPr>
            <p:ph type="body" idx="8"/>
          </p:nvPr>
        </p:nvSpPr>
        <p:spPr>
          <a:xfrm>
            <a:off x="13270400" y="7963985"/>
            <a:ext cx="4209900" cy="170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 rtl="0">
              <a:spcBef>
                <a:spcPts val="640"/>
              </a:spcBef>
              <a:spcAft>
                <a:spcPts val="0"/>
              </a:spcAft>
              <a:buSzPts val="2000"/>
              <a:buChar char="•"/>
              <a:defRPr/>
            </a:lvl1pPr>
            <a:lvl2pPr marL="914400" lvl="1" indent="-355600" algn="l" rtl="0">
              <a:spcBef>
                <a:spcPts val="560"/>
              </a:spcBef>
              <a:spcAft>
                <a:spcPts val="0"/>
              </a:spcAft>
              <a:buSzPts val="2000"/>
              <a:buChar char="–"/>
              <a:defRPr/>
            </a:lvl2pPr>
            <a:lvl3pPr marL="1371600" lvl="2" indent="-355600" algn="l" rtl="0">
              <a:spcBef>
                <a:spcPts val="48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24D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10600" y="274650"/>
            <a:ext cx="17266800" cy="16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CCFFA4"/>
              </a:buClr>
              <a:buSzPts val="10500"/>
              <a:buFont typeface="Rajdhani"/>
              <a:buNone/>
              <a:defRPr sz="10500" i="0" u="none" strike="noStrike" cap="none">
                <a:solidFill>
                  <a:srgbClr val="CCFFA4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029200" y="250492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5600" algn="ctr" rtl="0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ato"/>
              <a:buChar char="•"/>
              <a:defRPr sz="200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55600" algn="ctr" rtl="0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ato"/>
              <a:buChar char="–"/>
              <a:defRPr sz="200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ctr" rtl="0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ato"/>
              <a:buChar char="•"/>
              <a:defRPr sz="200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55600" algn="ctr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ato"/>
              <a:buChar char="–"/>
              <a:defRPr sz="200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55600" algn="ctr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ato"/>
              <a:buChar char="»"/>
              <a:defRPr sz="200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55600" algn="ctr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ato"/>
              <a:buChar char="•"/>
              <a:defRPr sz="200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55600" algn="ctr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ato"/>
              <a:buChar char="•"/>
              <a:defRPr sz="200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55600" algn="ctr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ato"/>
              <a:buChar char="•"/>
              <a:defRPr sz="200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55600" algn="ctr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ato"/>
              <a:buChar char="•"/>
              <a:defRPr sz="200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9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10.png"/><Relationship Id="rId10" Type="http://schemas.openxmlformats.org/officeDocument/2006/relationships/image" Target="../media/image32.png"/><Relationship Id="rId4" Type="http://schemas.openxmlformats.org/officeDocument/2006/relationships/image" Target="../media/image27.png"/><Relationship Id="rId9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6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9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7.png"/><Relationship Id="rId5" Type="http://schemas.openxmlformats.org/officeDocument/2006/relationships/image" Target="../media/image35.png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24D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"/>
          <p:cNvSpPr/>
          <p:nvPr/>
        </p:nvSpPr>
        <p:spPr>
          <a:xfrm>
            <a:off x="8871284" y="8148675"/>
            <a:ext cx="8977940" cy="1235957"/>
          </a:xfrm>
          <a:custGeom>
            <a:avLst/>
            <a:gdLst/>
            <a:ahLst/>
            <a:cxnLst/>
            <a:rect l="l" t="t" r="r" b="b"/>
            <a:pathLst>
              <a:path w="2222252" h="266469" extrusionOk="0">
                <a:moveTo>
                  <a:pt x="1111126" y="0"/>
                </a:moveTo>
                <a:cubicBezTo>
                  <a:pt x="497468" y="0"/>
                  <a:pt x="0" y="59651"/>
                  <a:pt x="0" y="133235"/>
                </a:cubicBezTo>
                <a:cubicBezTo>
                  <a:pt x="0" y="206818"/>
                  <a:pt x="497468" y="266469"/>
                  <a:pt x="1111126" y="266469"/>
                </a:cubicBezTo>
                <a:cubicBezTo>
                  <a:pt x="1724784" y="266469"/>
                  <a:pt x="2222252" y="206818"/>
                  <a:pt x="2222252" y="133235"/>
                </a:cubicBezTo>
                <a:cubicBezTo>
                  <a:pt x="2222252" y="59651"/>
                  <a:pt x="1724784" y="0"/>
                  <a:pt x="1111126" y="0"/>
                </a:cubicBezTo>
                <a:close/>
              </a:path>
            </a:pathLst>
          </a:custGeom>
          <a:solidFill>
            <a:srgbClr val="0730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52" name="Google Shape;152;p9"/>
          <p:cNvPicPr preferRelativeResize="0"/>
          <p:nvPr/>
        </p:nvPicPr>
        <p:blipFill rotWithShape="1">
          <a:blip r:embed="rId3">
            <a:alphaModFix/>
          </a:blip>
          <a:srcRect r="3437"/>
          <a:stretch/>
        </p:blipFill>
        <p:spPr>
          <a:xfrm>
            <a:off x="8256696" y="433862"/>
            <a:ext cx="10026200" cy="279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21470" y="2830296"/>
            <a:ext cx="7998411" cy="6092102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9"/>
          <p:cNvSpPr txBox="1"/>
          <p:nvPr/>
        </p:nvSpPr>
        <p:spPr>
          <a:xfrm>
            <a:off x="569410" y="2830296"/>
            <a:ext cx="9718200" cy="5318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600" b="0" i="0" u="none" strike="noStrike" cap="none" dirty="0">
                <a:solidFill>
                  <a:srgbClr val="CCFFA4"/>
                </a:solidFill>
                <a:latin typeface="Rajdhani"/>
                <a:ea typeface="Rajdhani"/>
                <a:cs typeface="Rajdhani"/>
                <a:sym typeface="Rajdhani"/>
              </a:rPr>
              <a:t>Вычисление вероятности успеха студента 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600" b="0" i="0" u="none" strike="noStrike" cap="none" dirty="0">
                <a:solidFill>
                  <a:srgbClr val="CCFFA4"/>
                </a:solidFill>
                <a:latin typeface="Rajdhani"/>
                <a:ea typeface="Rajdhani"/>
                <a:cs typeface="Rajdhani"/>
                <a:sym typeface="Rajdhani"/>
              </a:rPr>
              <a:t>в</a:t>
            </a:r>
            <a:r>
              <a:rPr lang="en-US" sz="9600" dirty="0">
                <a:solidFill>
                  <a:srgbClr val="CCFFA4"/>
                </a:solidFill>
                <a:latin typeface="Rajdhani"/>
                <a:ea typeface="Rajdhani"/>
                <a:cs typeface="Rajdhani"/>
                <a:sym typeface="Rajdhani"/>
              </a:rPr>
              <a:t> IT TOP college</a:t>
            </a:r>
            <a:endParaRPr sz="9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24D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" name="Google Shape;199;p12"/>
          <p:cNvGrpSpPr/>
          <p:nvPr/>
        </p:nvGrpSpPr>
        <p:grpSpPr>
          <a:xfrm>
            <a:off x="8064842" y="681810"/>
            <a:ext cx="9698687" cy="6811955"/>
            <a:chOff x="0" y="-9525"/>
            <a:chExt cx="812800" cy="822325"/>
          </a:xfrm>
        </p:grpSpPr>
        <p:sp>
          <p:nvSpPr>
            <p:cNvPr id="200" name="Google Shape;200;p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F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3" name="Google Shape;203;p12"/>
          <p:cNvSpPr/>
          <p:nvPr/>
        </p:nvSpPr>
        <p:spPr>
          <a:xfrm rot="21361474">
            <a:off x="7643677" y="660662"/>
            <a:ext cx="10430311" cy="6535817"/>
          </a:xfrm>
          <a:custGeom>
            <a:avLst/>
            <a:gdLst/>
            <a:ahLst/>
            <a:cxnLst/>
            <a:rect l="l" t="t" r="r" b="b"/>
            <a:pathLst>
              <a:path w="812800" h="812800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8" name="Google Shape;208;p12"/>
          <p:cNvSpPr txBox="1"/>
          <p:nvPr/>
        </p:nvSpPr>
        <p:spPr>
          <a:xfrm>
            <a:off x="8546683" y="2298728"/>
            <a:ext cx="8480666" cy="4563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3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99" dirty="0">
                <a:latin typeface="Lato"/>
                <a:ea typeface="Lato"/>
                <a:cs typeface="Lato"/>
                <a:sym typeface="Lato"/>
              </a:rPr>
              <a:t>В процессе изучения дисциплины </a:t>
            </a:r>
            <a:r>
              <a:rPr lang="ru-RU" sz="2599" b="1" dirty="0">
                <a:latin typeface="Lato"/>
                <a:ea typeface="Lato"/>
                <a:cs typeface="Lato"/>
                <a:sym typeface="Lato"/>
              </a:rPr>
              <a:t>«Теория вероятности и математическая статистика» </a:t>
            </a:r>
            <a:r>
              <a:rPr lang="ru-RU" sz="2599" dirty="0">
                <a:latin typeface="Lato"/>
                <a:ea typeface="Lato"/>
                <a:cs typeface="Lato"/>
                <a:sym typeface="Lato"/>
              </a:rPr>
              <a:t>студентам было предложено выполнить проект, который объединял бы в себе использование формул, которые мы изучили за время данной дисциплины, а также их профессиональных навыков в области разработки </a:t>
            </a:r>
            <a:endParaRPr dirty="0"/>
          </a:p>
        </p:txBody>
      </p:sp>
      <p:pic>
        <p:nvPicPr>
          <p:cNvPr id="210" name="Google Shape;210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6434" y="3770996"/>
            <a:ext cx="1253275" cy="117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343897" y="1050268"/>
            <a:ext cx="1140575" cy="1378700"/>
          </a:xfrm>
          <a:prstGeom prst="rect">
            <a:avLst/>
          </a:prstGeom>
          <a:noFill/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</a:effectLst>
        </p:spPr>
      </p:pic>
      <p:pic>
        <p:nvPicPr>
          <p:cNvPr id="212" name="Google Shape;212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3060441"/>
            <a:ext cx="7911506" cy="694016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4893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24D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Google Shape;193;p12"/>
          <p:cNvGrpSpPr/>
          <p:nvPr/>
        </p:nvGrpSpPr>
        <p:grpSpPr>
          <a:xfrm>
            <a:off x="181856" y="2586717"/>
            <a:ext cx="9574159" cy="6836591"/>
            <a:chOff x="0" y="-9525"/>
            <a:chExt cx="812800" cy="822325"/>
          </a:xfrm>
        </p:grpSpPr>
        <p:sp>
          <p:nvSpPr>
            <p:cNvPr id="194" name="Google Shape;194;p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F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2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7" name="Google Shape;197;p12"/>
          <p:cNvSpPr/>
          <p:nvPr/>
        </p:nvSpPr>
        <p:spPr>
          <a:xfrm>
            <a:off x="310581" y="2897512"/>
            <a:ext cx="9316707" cy="6750210"/>
          </a:xfrm>
          <a:custGeom>
            <a:avLst/>
            <a:gdLst/>
            <a:ahLst/>
            <a:cxnLst/>
            <a:rect l="l" t="t" r="r" b="b"/>
            <a:pathLst>
              <a:path w="812800" h="812800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2"/>
          <p:cNvSpPr txBox="1"/>
          <p:nvPr/>
        </p:nvSpPr>
        <p:spPr>
          <a:xfrm>
            <a:off x="1128970" y="3814002"/>
            <a:ext cx="7394943" cy="5418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3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latin typeface="Lato"/>
                <a:ea typeface="Lato"/>
                <a:cs typeface="Lato"/>
                <a:sym typeface="Lato"/>
              </a:rPr>
              <a:t>Помочь абитуриентам и образовательным учреждениям оценить шансы на успех студента в</a:t>
            </a:r>
            <a:r>
              <a:rPr lang="en-US" sz="2400" b="1" dirty="0">
                <a:latin typeface="Lato"/>
                <a:ea typeface="Lato"/>
                <a:cs typeface="Lato"/>
                <a:sym typeface="Lato"/>
              </a:rPr>
              <a:t> IT TOP college</a:t>
            </a:r>
            <a:endParaRPr lang="ru-RU" sz="2400" b="1" dirty="0"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63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latin typeface="Lato"/>
                <a:ea typeface="Lato"/>
                <a:cs typeface="Lato"/>
                <a:sym typeface="Lato"/>
              </a:rPr>
              <a:t>Программа анализирует ключевые характеристики кандидата и превращает их в понятный процент успеха</a:t>
            </a:r>
          </a:p>
          <a:p>
            <a:pPr marL="0" marR="0" lvl="0" indent="0" algn="ctr" rtl="0">
              <a:lnSpc>
                <a:spcPct val="163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latin typeface="Lato"/>
                <a:ea typeface="Lato"/>
                <a:cs typeface="Lato"/>
                <a:sym typeface="Lato"/>
              </a:rPr>
              <a:t>Все расчеты визуализируются в интерфейсе, в доступном даже для пользователей без технических навыков </a:t>
            </a:r>
            <a:endParaRPr lang="en-US" sz="2400" dirty="0"/>
          </a:p>
        </p:txBody>
      </p:sp>
      <p:sp>
        <p:nvSpPr>
          <p:cNvPr id="209" name="Google Shape;209;p12"/>
          <p:cNvSpPr txBox="1"/>
          <p:nvPr/>
        </p:nvSpPr>
        <p:spPr>
          <a:xfrm>
            <a:off x="3177043" y="337127"/>
            <a:ext cx="11933913" cy="1988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8" b="0" i="0" u="none" strike="noStrike" cap="none" dirty="0">
                <a:solidFill>
                  <a:srgbClr val="CCFFA4"/>
                </a:solidFill>
                <a:latin typeface="Rajdhani"/>
                <a:ea typeface="Rajdhani"/>
                <a:cs typeface="Rajdhani"/>
                <a:sym typeface="Rajdhani"/>
              </a:rPr>
              <a:t>Цель приложения</a:t>
            </a:r>
            <a:endParaRPr dirty="0"/>
          </a:p>
        </p:txBody>
      </p:sp>
      <p:pic>
        <p:nvPicPr>
          <p:cNvPr id="210" name="Google Shape;210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8927" y="2742591"/>
            <a:ext cx="1253275" cy="117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219188" y="3429000"/>
            <a:ext cx="1140575" cy="137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97381" y="2627709"/>
            <a:ext cx="7911506" cy="7113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24D"/>
        </a:solidFill>
        <a:effectLst/>
      </p:bgPr>
    </p:bg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1" name="Google Shape;57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34300" y="6992750"/>
            <a:ext cx="6466229" cy="33472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72" name="Google Shape;572;p22"/>
          <p:cNvGrpSpPr/>
          <p:nvPr/>
        </p:nvGrpSpPr>
        <p:grpSpPr>
          <a:xfrm>
            <a:off x="421767" y="3943194"/>
            <a:ext cx="5535463" cy="1868537"/>
            <a:chOff x="0" y="-85725"/>
            <a:chExt cx="1170835" cy="492125"/>
          </a:xfrm>
        </p:grpSpPr>
        <p:sp>
          <p:nvSpPr>
            <p:cNvPr id="573" name="Google Shape;573;p22"/>
            <p:cNvSpPr/>
            <p:nvPr/>
          </p:nvSpPr>
          <p:spPr>
            <a:xfrm>
              <a:off x="0" y="0"/>
              <a:ext cx="1170835" cy="406400"/>
            </a:xfrm>
            <a:custGeom>
              <a:avLst/>
              <a:gdLst/>
              <a:ahLst/>
              <a:cxnLst/>
              <a:rect l="l" t="t" r="r" b="b"/>
              <a:pathLst>
                <a:path w="1170835" h="406400" extrusionOk="0">
                  <a:moveTo>
                    <a:pt x="967635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967635" y="406400"/>
                  </a:lnTo>
                  <a:lnTo>
                    <a:pt x="1170835" y="203200"/>
                  </a:lnTo>
                  <a:lnTo>
                    <a:pt x="96763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CCFFA4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574" name="Google Shape;574;p22"/>
            <p:cNvSpPr txBox="1"/>
            <p:nvPr/>
          </p:nvSpPr>
          <p:spPr>
            <a:xfrm>
              <a:off x="0" y="-85725"/>
              <a:ext cx="1056535" cy="492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5" name="Google Shape;575;p22"/>
          <p:cNvGrpSpPr/>
          <p:nvPr/>
        </p:nvGrpSpPr>
        <p:grpSpPr>
          <a:xfrm>
            <a:off x="8784198" y="3943194"/>
            <a:ext cx="4683953" cy="1868537"/>
            <a:chOff x="0" y="-85725"/>
            <a:chExt cx="1170835" cy="492125"/>
          </a:xfrm>
        </p:grpSpPr>
        <p:sp>
          <p:nvSpPr>
            <p:cNvPr id="576" name="Google Shape;576;p22"/>
            <p:cNvSpPr/>
            <p:nvPr/>
          </p:nvSpPr>
          <p:spPr>
            <a:xfrm>
              <a:off x="0" y="0"/>
              <a:ext cx="1170835" cy="406400"/>
            </a:xfrm>
            <a:custGeom>
              <a:avLst/>
              <a:gdLst/>
              <a:ahLst/>
              <a:cxnLst/>
              <a:rect l="l" t="t" r="r" b="b"/>
              <a:pathLst>
                <a:path w="1170835" h="406400" extrusionOk="0">
                  <a:moveTo>
                    <a:pt x="967635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967635" y="406400"/>
                  </a:lnTo>
                  <a:lnTo>
                    <a:pt x="1170835" y="203200"/>
                  </a:lnTo>
                  <a:lnTo>
                    <a:pt x="96763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CCFFA4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577" name="Google Shape;577;p22"/>
            <p:cNvSpPr txBox="1"/>
            <p:nvPr/>
          </p:nvSpPr>
          <p:spPr>
            <a:xfrm>
              <a:off x="0" y="-85725"/>
              <a:ext cx="1056535" cy="492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8" name="Google Shape;578;p22"/>
          <p:cNvGrpSpPr/>
          <p:nvPr/>
        </p:nvGrpSpPr>
        <p:grpSpPr>
          <a:xfrm>
            <a:off x="5181498" y="5486244"/>
            <a:ext cx="4445516" cy="1868537"/>
            <a:chOff x="0" y="-85725"/>
            <a:chExt cx="1170835" cy="492125"/>
          </a:xfrm>
        </p:grpSpPr>
        <p:sp>
          <p:nvSpPr>
            <p:cNvPr id="579" name="Google Shape;579;p22"/>
            <p:cNvSpPr/>
            <p:nvPr/>
          </p:nvSpPr>
          <p:spPr>
            <a:xfrm>
              <a:off x="0" y="0"/>
              <a:ext cx="1170835" cy="406400"/>
            </a:xfrm>
            <a:custGeom>
              <a:avLst/>
              <a:gdLst/>
              <a:ahLst/>
              <a:cxnLst/>
              <a:rect l="l" t="t" r="r" b="b"/>
              <a:pathLst>
                <a:path w="1170835" h="406400" extrusionOk="0">
                  <a:moveTo>
                    <a:pt x="967635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967635" y="406400"/>
                  </a:lnTo>
                  <a:lnTo>
                    <a:pt x="1170835" y="203200"/>
                  </a:lnTo>
                  <a:lnTo>
                    <a:pt x="96763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CCFFA4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580" name="Google Shape;580;p22"/>
            <p:cNvSpPr txBox="1"/>
            <p:nvPr/>
          </p:nvSpPr>
          <p:spPr>
            <a:xfrm>
              <a:off x="0" y="-85725"/>
              <a:ext cx="1056535" cy="492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1" name="Google Shape;581;p22"/>
          <p:cNvGrpSpPr/>
          <p:nvPr/>
        </p:nvGrpSpPr>
        <p:grpSpPr>
          <a:xfrm>
            <a:off x="12529479" y="5486244"/>
            <a:ext cx="4445516" cy="1868537"/>
            <a:chOff x="0" y="-85725"/>
            <a:chExt cx="1170835" cy="492125"/>
          </a:xfrm>
        </p:grpSpPr>
        <p:sp>
          <p:nvSpPr>
            <p:cNvPr id="582" name="Google Shape;582;p22"/>
            <p:cNvSpPr/>
            <p:nvPr/>
          </p:nvSpPr>
          <p:spPr>
            <a:xfrm>
              <a:off x="0" y="0"/>
              <a:ext cx="1170835" cy="406400"/>
            </a:xfrm>
            <a:custGeom>
              <a:avLst/>
              <a:gdLst/>
              <a:ahLst/>
              <a:cxnLst/>
              <a:rect l="l" t="t" r="r" b="b"/>
              <a:pathLst>
                <a:path w="1170835" h="406400" extrusionOk="0">
                  <a:moveTo>
                    <a:pt x="967635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967635" y="406400"/>
                  </a:lnTo>
                  <a:lnTo>
                    <a:pt x="1170835" y="203200"/>
                  </a:lnTo>
                  <a:lnTo>
                    <a:pt x="96763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CCFFA4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583" name="Google Shape;583;p22"/>
            <p:cNvSpPr txBox="1"/>
            <p:nvPr/>
          </p:nvSpPr>
          <p:spPr>
            <a:xfrm>
              <a:off x="0" y="-85725"/>
              <a:ext cx="1056535" cy="492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4" name="Google Shape;584;p22"/>
          <p:cNvGrpSpPr/>
          <p:nvPr/>
        </p:nvGrpSpPr>
        <p:grpSpPr>
          <a:xfrm>
            <a:off x="4414179" y="4268681"/>
            <a:ext cx="1543050" cy="1543050"/>
            <a:chOff x="0" y="0"/>
            <a:chExt cx="812800" cy="812800"/>
          </a:xfrm>
        </p:grpSpPr>
        <p:sp>
          <p:nvSpPr>
            <p:cNvPr id="585" name="Google Shape;585;p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CCFFA4"/>
            </a:solidFill>
            <a:ln>
              <a:noFill/>
            </a:ln>
          </p:spPr>
        </p:sp>
        <p:sp>
          <p:nvSpPr>
            <p:cNvPr id="586" name="Google Shape;586;p22"/>
            <p:cNvSpPr txBox="1"/>
            <p:nvPr/>
          </p:nvSpPr>
          <p:spPr>
            <a:xfrm>
              <a:off x="139700" y="53975"/>
              <a:ext cx="533400" cy="619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7" name="Google Shape;587;p22"/>
          <p:cNvGrpSpPr/>
          <p:nvPr/>
        </p:nvGrpSpPr>
        <p:grpSpPr>
          <a:xfrm>
            <a:off x="11925103" y="4285094"/>
            <a:ext cx="1543050" cy="1543050"/>
            <a:chOff x="0" y="0"/>
            <a:chExt cx="812800" cy="812800"/>
          </a:xfrm>
        </p:grpSpPr>
        <p:sp>
          <p:nvSpPr>
            <p:cNvPr id="588" name="Google Shape;588;p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CCFFA4"/>
            </a:solidFill>
            <a:ln>
              <a:noFill/>
            </a:ln>
          </p:spPr>
        </p:sp>
        <p:sp>
          <p:nvSpPr>
            <p:cNvPr id="589" name="Google Shape;589;p22"/>
            <p:cNvSpPr txBox="1"/>
            <p:nvPr/>
          </p:nvSpPr>
          <p:spPr>
            <a:xfrm>
              <a:off x="139700" y="53975"/>
              <a:ext cx="533400" cy="619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0" name="Google Shape;590;p22"/>
          <p:cNvGrpSpPr/>
          <p:nvPr/>
        </p:nvGrpSpPr>
        <p:grpSpPr>
          <a:xfrm>
            <a:off x="8083964" y="5811731"/>
            <a:ext cx="1543050" cy="1543050"/>
            <a:chOff x="0" y="0"/>
            <a:chExt cx="812800" cy="812800"/>
          </a:xfrm>
        </p:grpSpPr>
        <p:sp>
          <p:nvSpPr>
            <p:cNvPr id="591" name="Google Shape;591;p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CCFFA4"/>
            </a:solidFill>
            <a:ln>
              <a:noFill/>
            </a:ln>
          </p:spPr>
        </p:sp>
        <p:sp>
          <p:nvSpPr>
            <p:cNvPr id="592" name="Google Shape;592;p22"/>
            <p:cNvSpPr txBox="1"/>
            <p:nvPr/>
          </p:nvSpPr>
          <p:spPr>
            <a:xfrm>
              <a:off x="139700" y="53975"/>
              <a:ext cx="533400" cy="619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3" name="Google Shape;593;p22"/>
          <p:cNvGrpSpPr/>
          <p:nvPr/>
        </p:nvGrpSpPr>
        <p:grpSpPr>
          <a:xfrm>
            <a:off x="15431945" y="5811731"/>
            <a:ext cx="1543050" cy="1543050"/>
            <a:chOff x="0" y="0"/>
            <a:chExt cx="812800" cy="812800"/>
          </a:xfrm>
        </p:grpSpPr>
        <p:sp>
          <p:nvSpPr>
            <p:cNvPr id="594" name="Google Shape;594;p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CCFFA4"/>
            </a:solidFill>
            <a:ln>
              <a:noFill/>
            </a:ln>
          </p:spPr>
        </p:sp>
        <p:sp>
          <p:nvSpPr>
            <p:cNvPr id="595" name="Google Shape;595;p22"/>
            <p:cNvSpPr txBox="1"/>
            <p:nvPr/>
          </p:nvSpPr>
          <p:spPr>
            <a:xfrm>
              <a:off x="139700" y="53975"/>
              <a:ext cx="533400" cy="619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6" name="Google Shape;596;p22"/>
          <p:cNvSpPr/>
          <p:nvPr/>
        </p:nvSpPr>
        <p:spPr>
          <a:xfrm>
            <a:off x="4833004" y="4752618"/>
            <a:ext cx="696988" cy="443538"/>
          </a:xfrm>
          <a:custGeom>
            <a:avLst/>
            <a:gdLst/>
            <a:ahLst/>
            <a:cxnLst/>
            <a:rect l="l" t="t" r="r" b="b"/>
            <a:pathLst>
              <a:path w="696988" h="443538" extrusionOk="0">
                <a:moveTo>
                  <a:pt x="0" y="0"/>
                </a:moveTo>
                <a:lnTo>
                  <a:pt x="696988" y="0"/>
                </a:lnTo>
                <a:lnTo>
                  <a:pt x="696988" y="443539"/>
                </a:lnTo>
                <a:lnTo>
                  <a:pt x="0" y="4435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97" name="Google Shape;597;p22"/>
          <p:cNvSpPr/>
          <p:nvPr/>
        </p:nvSpPr>
        <p:spPr>
          <a:xfrm>
            <a:off x="12237644" y="4740748"/>
            <a:ext cx="583670" cy="598915"/>
          </a:xfrm>
          <a:custGeom>
            <a:avLst/>
            <a:gdLst/>
            <a:ahLst/>
            <a:cxnLst/>
            <a:rect l="l" t="t" r="r" b="b"/>
            <a:pathLst>
              <a:path w="583670" h="598915" extrusionOk="0">
                <a:moveTo>
                  <a:pt x="0" y="0"/>
                </a:moveTo>
                <a:lnTo>
                  <a:pt x="583670" y="0"/>
                </a:lnTo>
                <a:lnTo>
                  <a:pt x="583670" y="598915"/>
                </a:lnTo>
                <a:lnTo>
                  <a:pt x="0" y="5989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98" name="Google Shape;598;p22"/>
          <p:cNvSpPr/>
          <p:nvPr/>
        </p:nvSpPr>
        <p:spPr>
          <a:xfrm>
            <a:off x="8506995" y="6250602"/>
            <a:ext cx="696988" cy="665307"/>
          </a:xfrm>
          <a:custGeom>
            <a:avLst/>
            <a:gdLst/>
            <a:ahLst/>
            <a:cxnLst/>
            <a:rect l="l" t="t" r="r" b="b"/>
            <a:pathLst>
              <a:path w="696988" h="665307" extrusionOk="0">
                <a:moveTo>
                  <a:pt x="0" y="0"/>
                </a:moveTo>
                <a:lnTo>
                  <a:pt x="696988" y="0"/>
                </a:lnTo>
                <a:lnTo>
                  <a:pt x="696988" y="665308"/>
                </a:lnTo>
                <a:lnTo>
                  <a:pt x="0" y="6653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99" name="Google Shape;599;p22"/>
          <p:cNvSpPr/>
          <p:nvPr/>
        </p:nvSpPr>
        <p:spPr>
          <a:xfrm>
            <a:off x="15869345" y="6355443"/>
            <a:ext cx="668250" cy="455625"/>
          </a:xfrm>
          <a:custGeom>
            <a:avLst/>
            <a:gdLst/>
            <a:ahLst/>
            <a:cxnLst/>
            <a:rect l="l" t="t" r="r" b="b"/>
            <a:pathLst>
              <a:path w="668250" h="455625" extrusionOk="0">
                <a:moveTo>
                  <a:pt x="0" y="0"/>
                </a:moveTo>
                <a:lnTo>
                  <a:pt x="668250" y="0"/>
                </a:lnTo>
                <a:lnTo>
                  <a:pt x="668250" y="455626"/>
                </a:lnTo>
                <a:lnTo>
                  <a:pt x="0" y="4556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cxnSp>
        <p:nvCxnSpPr>
          <p:cNvPr id="600" name="Google Shape;600;p22"/>
          <p:cNvCxnSpPr/>
          <p:nvPr/>
        </p:nvCxnSpPr>
        <p:spPr>
          <a:xfrm>
            <a:off x="2992700" y="5828514"/>
            <a:ext cx="0" cy="1526267"/>
          </a:xfrm>
          <a:prstGeom prst="straightConnector1">
            <a:avLst/>
          </a:prstGeom>
          <a:noFill/>
          <a:ln w="38100" cap="flat" cmpd="sng">
            <a:solidFill>
              <a:srgbClr val="CCFFA4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601" name="Google Shape;601;p22"/>
          <p:cNvCxnSpPr/>
          <p:nvPr/>
        </p:nvCxnSpPr>
        <p:spPr>
          <a:xfrm>
            <a:off x="10605917" y="5828514"/>
            <a:ext cx="0" cy="1526267"/>
          </a:xfrm>
          <a:prstGeom prst="straightConnector1">
            <a:avLst/>
          </a:prstGeom>
          <a:noFill/>
          <a:ln w="38100" cap="flat" cmpd="sng">
            <a:solidFill>
              <a:srgbClr val="CCFFA4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602" name="Google Shape;602;p22"/>
          <p:cNvCxnSpPr/>
          <p:nvPr/>
        </p:nvCxnSpPr>
        <p:spPr>
          <a:xfrm>
            <a:off x="6823321" y="4268681"/>
            <a:ext cx="0" cy="1559463"/>
          </a:xfrm>
          <a:prstGeom prst="straightConnector1">
            <a:avLst/>
          </a:prstGeom>
          <a:noFill/>
          <a:ln w="38100" cap="flat" cmpd="sng">
            <a:solidFill>
              <a:srgbClr val="CCFFA4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603" name="Google Shape;603;p22"/>
          <p:cNvCxnSpPr/>
          <p:nvPr/>
        </p:nvCxnSpPr>
        <p:spPr>
          <a:xfrm>
            <a:off x="14121473" y="4268681"/>
            <a:ext cx="0" cy="1559463"/>
          </a:xfrm>
          <a:prstGeom prst="straightConnector1">
            <a:avLst/>
          </a:prstGeom>
          <a:noFill/>
          <a:ln w="38100" cap="flat" cmpd="sng">
            <a:solidFill>
              <a:srgbClr val="CCFFA4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604" name="Google Shape;604;p22"/>
          <p:cNvSpPr txBox="1"/>
          <p:nvPr/>
        </p:nvSpPr>
        <p:spPr>
          <a:xfrm>
            <a:off x="732153" y="375397"/>
            <a:ext cx="17259300" cy="302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3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0" b="0" i="0" u="none" strike="noStrike" cap="none" dirty="0">
                <a:solidFill>
                  <a:schemeClr val="bg1"/>
                </a:solidFill>
                <a:latin typeface="Rajdhani"/>
                <a:ea typeface="Rajdhani"/>
                <a:cs typeface="Rajdhani"/>
                <a:sym typeface="Rajdhani"/>
              </a:rPr>
              <a:t>Слайдеры для оценки характеристик студента</a:t>
            </a:r>
            <a:endParaRPr sz="8000" dirty="0">
              <a:solidFill>
                <a:schemeClr val="bg1"/>
              </a:solidFill>
            </a:endParaRPr>
          </a:p>
        </p:txBody>
      </p:sp>
      <p:sp>
        <p:nvSpPr>
          <p:cNvPr id="605" name="Google Shape;605;p22"/>
          <p:cNvSpPr txBox="1"/>
          <p:nvPr/>
        </p:nvSpPr>
        <p:spPr>
          <a:xfrm>
            <a:off x="466364" y="4640364"/>
            <a:ext cx="4011533" cy="72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3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99" b="1" dirty="0">
                <a:solidFill>
                  <a:srgbClr val="CCFFA4"/>
                </a:solidFill>
                <a:latin typeface="Lato"/>
                <a:ea typeface="Lato"/>
                <a:cs typeface="Lato"/>
                <a:sym typeface="Lato"/>
              </a:rPr>
              <a:t>Коммуникабельность</a:t>
            </a:r>
            <a:endParaRPr dirty="0"/>
          </a:p>
        </p:txBody>
      </p:sp>
      <p:sp>
        <p:nvSpPr>
          <p:cNvPr id="606" name="Google Shape;606;p22"/>
          <p:cNvSpPr txBox="1"/>
          <p:nvPr/>
        </p:nvSpPr>
        <p:spPr>
          <a:xfrm>
            <a:off x="5256995" y="6175124"/>
            <a:ext cx="2881200" cy="72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3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99" b="1" dirty="0">
                <a:solidFill>
                  <a:srgbClr val="CCFFA4"/>
                </a:solidFill>
                <a:latin typeface="Lato"/>
                <a:ea typeface="Lato"/>
                <a:cs typeface="Lato"/>
                <a:sym typeface="Lato"/>
              </a:rPr>
              <a:t>Успеваемость</a:t>
            </a:r>
            <a:endParaRPr dirty="0"/>
          </a:p>
        </p:txBody>
      </p:sp>
      <p:sp>
        <p:nvSpPr>
          <p:cNvPr id="607" name="Google Shape;607;p22"/>
          <p:cNvSpPr txBox="1"/>
          <p:nvPr/>
        </p:nvSpPr>
        <p:spPr>
          <a:xfrm>
            <a:off x="12620899" y="6172799"/>
            <a:ext cx="2881200" cy="72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3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99" b="1" dirty="0">
                <a:solidFill>
                  <a:srgbClr val="CCFFA4"/>
                </a:solidFill>
                <a:latin typeface="Lato"/>
                <a:ea typeface="Lato"/>
                <a:cs typeface="Lato"/>
                <a:sym typeface="Lato"/>
              </a:rPr>
              <a:t>Дисциплина</a:t>
            </a:r>
            <a:endParaRPr dirty="0"/>
          </a:p>
        </p:txBody>
      </p:sp>
      <p:sp>
        <p:nvSpPr>
          <p:cNvPr id="608" name="Google Shape;608;p22"/>
          <p:cNvSpPr txBox="1"/>
          <p:nvPr/>
        </p:nvSpPr>
        <p:spPr>
          <a:xfrm>
            <a:off x="8855489" y="4590793"/>
            <a:ext cx="3081900" cy="72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3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99" b="1" dirty="0">
                <a:solidFill>
                  <a:srgbClr val="CCFFA4"/>
                </a:solidFill>
                <a:latin typeface="Lato"/>
                <a:ea typeface="Lato"/>
                <a:cs typeface="Lato"/>
                <a:sym typeface="Lato"/>
              </a:rPr>
              <a:t>Ответственность</a:t>
            </a:r>
            <a:endParaRPr dirty="0"/>
          </a:p>
        </p:txBody>
      </p:sp>
      <p:pic>
        <p:nvPicPr>
          <p:cNvPr id="2" name="Google Shape;571;p22">
            <a:extLst>
              <a:ext uri="{FF2B5EF4-FFF2-40B4-BE49-F238E27FC236}">
                <a16:creationId xmlns:a16="http://schemas.microsoft.com/office/drawing/2014/main" id="{94EF59F7-0058-372A-3EB7-C7F929329A8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349706" y="7029294"/>
            <a:ext cx="6466229" cy="3347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D29F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Google Shape;177;p11"/>
          <p:cNvGrpSpPr/>
          <p:nvPr/>
        </p:nvGrpSpPr>
        <p:grpSpPr>
          <a:xfrm>
            <a:off x="0" y="1238812"/>
            <a:ext cx="18288000" cy="4879047"/>
            <a:chOff x="0" y="25400"/>
            <a:chExt cx="24384000" cy="6505396"/>
          </a:xfrm>
        </p:grpSpPr>
        <p:cxnSp>
          <p:nvCxnSpPr>
            <p:cNvPr id="178" name="Google Shape;178;p11"/>
            <p:cNvCxnSpPr/>
            <p:nvPr/>
          </p:nvCxnSpPr>
          <p:spPr>
            <a:xfrm>
              <a:off x="0" y="25400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9" name="Google Shape;179;p11"/>
            <p:cNvCxnSpPr/>
            <p:nvPr/>
          </p:nvCxnSpPr>
          <p:spPr>
            <a:xfrm>
              <a:off x="0" y="1651749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0" name="Google Shape;180;p11"/>
            <p:cNvCxnSpPr/>
            <p:nvPr/>
          </p:nvCxnSpPr>
          <p:spPr>
            <a:xfrm>
              <a:off x="0" y="3278098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1" name="Google Shape;181;p11"/>
            <p:cNvCxnSpPr/>
            <p:nvPr/>
          </p:nvCxnSpPr>
          <p:spPr>
            <a:xfrm>
              <a:off x="0" y="4904447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2" name="Google Shape;182;p11"/>
            <p:cNvCxnSpPr/>
            <p:nvPr/>
          </p:nvCxnSpPr>
          <p:spPr>
            <a:xfrm>
              <a:off x="0" y="6530796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183" name="Google Shape;183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5451" y="330970"/>
            <a:ext cx="12011669" cy="8367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4" name="Google Shape;184;p11"/>
          <p:cNvGrpSpPr/>
          <p:nvPr/>
        </p:nvGrpSpPr>
        <p:grpSpPr>
          <a:xfrm>
            <a:off x="0" y="6993084"/>
            <a:ext cx="18288000" cy="3293916"/>
            <a:chOff x="0" y="-85725"/>
            <a:chExt cx="4816593" cy="867533"/>
          </a:xfrm>
        </p:grpSpPr>
        <p:sp>
          <p:nvSpPr>
            <p:cNvPr id="185" name="Google Shape;185;p11"/>
            <p:cNvSpPr/>
            <p:nvPr/>
          </p:nvSpPr>
          <p:spPr>
            <a:xfrm>
              <a:off x="0" y="0"/>
              <a:ext cx="4816592" cy="781808"/>
            </a:xfrm>
            <a:custGeom>
              <a:avLst/>
              <a:gdLst/>
              <a:ahLst/>
              <a:cxnLst/>
              <a:rect l="l" t="t" r="r" b="b"/>
              <a:pathLst>
                <a:path w="4816592" h="781808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781808"/>
                  </a:lnTo>
                  <a:lnTo>
                    <a:pt x="0" y="781808"/>
                  </a:lnTo>
                  <a:close/>
                </a:path>
              </a:pathLst>
            </a:custGeom>
            <a:solidFill>
              <a:srgbClr val="08524D"/>
            </a:solidFill>
            <a:ln>
              <a:noFill/>
            </a:ln>
          </p:spPr>
        </p:sp>
        <p:sp>
          <p:nvSpPr>
            <p:cNvPr id="186" name="Google Shape;186;p11"/>
            <p:cNvSpPr txBox="1"/>
            <p:nvPr/>
          </p:nvSpPr>
          <p:spPr>
            <a:xfrm>
              <a:off x="0" y="-85725"/>
              <a:ext cx="4816593" cy="8675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7" name="Google Shape;187;p11"/>
          <p:cNvSpPr txBox="1"/>
          <p:nvPr/>
        </p:nvSpPr>
        <p:spPr>
          <a:xfrm>
            <a:off x="331466" y="7376960"/>
            <a:ext cx="3231000" cy="27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969" b="0" i="0" u="none" strike="noStrike" cap="none" dirty="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01</a:t>
            </a:r>
            <a:endParaRPr dirty="0"/>
          </a:p>
        </p:txBody>
      </p:sp>
      <p:sp>
        <p:nvSpPr>
          <p:cNvPr id="188" name="Google Shape;188;p11"/>
          <p:cNvSpPr txBox="1"/>
          <p:nvPr/>
        </p:nvSpPr>
        <p:spPr>
          <a:xfrm>
            <a:off x="3130880" y="8110250"/>
            <a:ext cx="14394000" cy="217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0" dirty="0">
                <a:solidFill>
                  <a:srgbClr val="CCFFA4"/>
                </a:solidFill>
                <a:cs typeface="Rajdhani"/>
                <a:sym typeface="Rajdhani"/>
              </a:rPr>
              <a:t>ПРИНЦИП РАБОТЫ</a:t>
            </a:r>
            <a:endParaRPr sz="1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8EEEF3E-E79D-DCFB-C263-7C3BB30F9D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41302" y="3885171"/>
            <a:ext cx="6729023" cy="718800"/>
          </a:xfrm>
        </p:spPr>
        <p:txBody>
          <a:bodyPr/>
          <a:lstStyle/>
          <a:p>
            <a:pPr indent="0"/>
            <a:r>
              <a:rPr lang="ru-RU" sz="2800" dirty="0"/>
              <a:t>Программа применяет </a:t>
            </a:r>
          </a:p>
          <a:p>
            <a:pPr indent="0"/>
            <a:r>
              <a:rPr lang="ru-RU" sz="2800" dirty="0"/>
              <a:t>специальную формулу, вычисляет итоговый процент шансов на поступление</a:t>
            </a:r>
          </a:p>
        </p:txBody>
      </p:sp>
      <p:sp>
        <p:nvSpPr>
          <p:cNvPr id="4" name="Подзаголовок 3">
            <a:extLst>
              <a:ext uri="{FF2B5EF4-FFF2-40B4-BE49-F238E27FC236}">
                <a16:creationId xmlns:a16="http://schemas.microsoft.com/office/drawing/2014/main" id="{E6520149-4EB8-0C5F-42ED-BCC6025C3276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11941302" y="1387753"/>
            <a:ext cx="6346698" cy="1556594"/>
          </a:xfrm>
        </p:spPr>
        <p:txBody>
          <a:bodyPr/>
          <a:lstStyle/>
          <a:p>
            <a:pPr indent="0"/>
            <a:r>
              <a:rPr lang="ru-RU" sz="2800" dirty="0"/>
              <a:t>Пользователь выставляет оценки по четырем характеристикам с помощью ползунков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5C593D9A-748B-137A-DBAE-41B086BA6077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11941302" y="6969429"/>
            <a:ext cx="6495988" cy="718800"/>
          </a:xfrm>
        </p:spPr>
        <p:txBody>
          <a:bodyPr/>
          <a:lstStyle/>
          <a:p>
            <a:pPr indent="0"/>
            <a:r>
              <a:rPr lang="ru-RU" sz="2800" dirty="0"/>
              <a:t>Формулируется текстовое заключение, которое объясняет результат простыми словами </a:t>
            </a:r>
          </a:p>
        </p:txBody>
      </p:sp>
    </p:spTree>
    <p:extLst>
      <p:ext uri="{BB962C8B-B14F-4D97-AF65-F5344CB8AC3E}">
        <p14:creationId xmlns:p14="http://schemas.microsoft.com/office/powerpoint/2010/main" val="2623516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D29F"/>
        </a:solidFill>
        <a:effectLst/>
      </p:bgPr>
    </p:bg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5" name="Google Shape;325;p16"/>
          <p:cNvGrpSpPr/>
          <p:nvPr/>
        </p:nvGrpSpPr>
        <p:grpSpPr>
          <a:xfrm>
            <a:off x="0" y="1238812"/>
            <a:ext cx="18288000" cy="4879047"/>
            <a:chOff x="0" y="25400"/>
            <a:chExt cx="24384000" cy="6505396"/>
          </a:xfrm>
        </p:grpSpPr>
        <p:cxnSp>
          <p:nvCxnSpPr>
            <p:cNvPr id="326" name="Google Shape;326;p16"/>
            <p:cNvCxnSpPr/>
            <p:nvPr/>
          </p:nvCxnSpPr>
          <p:spPr>
            <a:xfrm>
              <a:off x="0" y="25400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7" name="Google Shape;327;p16"/>
            <p:cNvCxnSpPr/>
            <p:nvPr/>
          </p:nvCxnSpPr>
          <p:spPr>
            <a:xfrm>
              <a:off x="0" y="1651749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8" name="Google Shape;328;p16"/>
            <p:cNvCxnSpPr/>
            <p:nvPr/>
          </p:nvCxnSpPr>
          <p:spPr>
            <a:xfrm>
              <a:off x="0" y="3278098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9" name="Google Shape;329;p16"/>
            <p:cNvCxnSpPr/>
            <p:nvPr/>
          </p:nvCxnSpPr>
          <p:spPr>
            <a:xfrm>
              <a:off x="0" y="4904447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0" name="Google Shape;330;p16"/>
            <p:cNvCxnSpPr/>
            <p:nvPr/>
          </p:nvCxnSpPr>
          <p:spPr>
            <a:xfrm>
              <a:off x="0" y="6530796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331" name="Google Shape;3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2475" y="242546"/>
            <a:ext cx="11296899" cy="921524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2" name="Google Shape;332;p16"/>
          <p:cNvGrpSpPr/>
          <p:nvPr/>
        </p:nvGrpSpPr>
        <p:grpSpPr>
          <a:xfrm>
            <a:off x="0" y="6993084"/>
            <a:ext cx="18288000" cy="3293916"/>
            <a:chOff x="0" y="-85725"/>
            <a:chExt cx="4816593" cy="867533"/>
          </a:xfrm>
        </p:grpSpPr>
        <p:sp>
          <p:nvSpPr>
            <p:cNvPr id="333" name="Google Shape;333;p16"/>
            <p:cNvSpPr/>
            <p:nvPr/>
          </p:nvSpPr>
          <p:spPr>
            <a:xfrm>
              <a:off x="0" y="0"/>
              <a:ext cx="4816592" cy="781808"/>
            </a:xfrm>
            <a:custGeom>
              <a:avLst/>
              <a:gdLst/>
              <a:ahLst/>
              <a:cxnLst/>
              <a:rect l="l" t="t" r="r" b="b"/>
              <a:pathLst>
                <a:path w="4816592" h="781808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781808"/>
                  </a:lnTo>
                  <a:lnTo>
                    <a:pt x="0" y="781808"/>
                  </a:lnTo>
                  <a:close/>
                </a:path>
              </a:pathLst>
            </a:custGeom>
            <a:solidFill>
              <a:srgbClr val="08524D"/>
            </a:solidFill>
            <a:ln>
              <a:noFill/>
            </a:ln>
          </p:spPr>
        </p:sp>
        <p:sp>
          <p:nvSpPr>
            <p:cNvPr id="334" name="Google Shape;334;p16"/>
            <p:cNvSpPr txBox="1"/>
            <p:nvPr/>
          </p:nvSpPr>
          <p:spPr>
            <a:xfrm>
              <a:off x="0" y="-85725"/>
              <a:ext cx="4816593" cy="8675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5" name="Google Shape;335;p16"/>
          <p:cNvSpPr txBox="1"/>
          <p:nvPr/>
        </p:nvSpPr>
        <p:spPr>
          <a:xfrm>
            <a:off x="331466" y="7282364"/>
            <a:ext cx="3231000" cy="27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969" b="0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02</a:t>
            </a:r>
            <a:endParaRPr/>
          </a:p>
        </p:txBody>
      </p:sp>
      <p:sp>
        <p:nvSpPr>
          <p:cNvPr id="336" name="Google Shape;336;p16"/>
          <p:cNvSpPr txBox="1"/>
          <p:nvPr/>
        </p:nvSpPr>
        <p:spPr>
          <a:xfrm>
            <a:off x="4292947" y="7795317"/>
            <a:ext cx="10841700" cy="2612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800" dirty="0">
                <a:solidFill>
                  <a:srgbClr val="CCFFA4"/>
                </a:solidFill>
                <a:cs typeface="Rajdhani"/>
                <a:sym typeface="Rajdhani"/>
              </a:rPr>
              <a:t>ФОРМУЛА</a:t>
            </a:r>
            <a:endParaRPr sz="13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24D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" name="Google Shape;199;p12"/>
          <p:cNvGrpSpPr/>
          <p:nvPr/>
        </p:nvGrpSpPr>
        <p:grpSpPr>
          <a:xfrm>
            <a:off x="966123" y="1440243"/>
            <a:ext cx="16355749" cy="5653652"/>
            <a:chOff x="0" y="-9525"/>
            <a:chExt cx="812800" cy="822325"/>
          </a:xfrm>
        </p:grpSpPr>
        <p:sp>
          <p:nvSpPr>
            <p:cNvPr id="200" name="Google Shape;200;p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F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2" name="Google Shape;202;p12"/>
          <p:cNvGrpSpPr/>
          <p:nvPr/>
        </p:nvGrpSpPr>
        <p:grpSpPr>
          <a:xfrm>
            <a:off x="704391" y="156334"/>
            <a:ext cx="16879214" cy="7697581"/>
            <a:chOff x="0" y="-226824"/>
            <a:chExt cx="812800" cy="1119615"/>
          </a:xfrm>
        </p:grpSpPr>
        <p:sp>
          <p:nvSpPr>
            <p:cNvPr id="203" name="Google Shape;203;p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4" name="Google Shape;204;p12"/>
                <p:cNvSpPr txBox="1"/>
                <p:nvPr/>
              </p:nvSpPr>
              <p:spPr>
                <a:xfrm>
                  <a:off x="55492" y="-226824"/>
                  <a:ext cx="701815" cy="11196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50800" tIns="50800" rIns="50800" bIns="50800" anchor="ctr" anchorCtr="0">
                  <a:noAutofit/>
                </a:bodyPr>
                <a:lstStyle/>
                <a:p>
                  <a:pPr algn="ctr">
                    <a:lnSpc>
                      <a:spcPct val="181111"/>
                    </a:lnSpc>
                  </a:pPr>
                  <a:r>
                    <a:rPr lang="en-US" sz="4000" dirty="0">
                      <a:latin typeface="Apple Chancery" panose="03020702040506060504" pitchFamily="66" charset="-79"/>
                      <a:cs typeface="Apple Chancery" panose="03020702040506060504" pitchFamily="66" charset="-79"/>
                    </a:rPr>
                    <a:t>P</a:t>
                  </a:r>
                  <a:r>
                    <a:rPr lang="en-US" sz="3200" dirty="0">
                      <a:latin typeface="Apple Chancery" panose="03020702040506060504" pitchFamily="66" charset="-79"/>
                      <a:cs typeface="Apple Chancery" panose="03020702040506060504" pitchFamily="66" charset="-79"/>
                    </a:rPr>
                    <a:t>=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ar-AE" sz="4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4400" i="1">
                              <a:latin typeface="Cambria Math" panose="02040503050406030204" pitchFamily="18" charset="0"/>
                            </a:rPr>
                            <m:t>100</m:t>
                          </m:r>
                        </m:num>
                        <m:den>
                          <m:r>
                            <a:rPr lang="ar-AE" sz="4400" i="1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m:rPr>
                              <m:sty m:val="p"/>
                            </m:rPr>
                            <a:rPr lang="en-US" sz="440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⁡(−6∗((</m:t>
                          </m:r>
                          <m:nary>
                            <m:naryPr>
                              <m:chr m:val="∑"/>
                              <m:ctrlPr>
                                <a:rPr lang="ar-AE" sz="4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ar-AE" sz="4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ar-AE" sz="44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ar-AE" sz="44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ar-AE" sz="4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4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ar-AE" sz="4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ar-AE" sz="44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f>
                                <m:fPr>
                                  <m:ctrlPr>
                                    <a:rPr lang="ar-AE" sz="4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ar-AE" sz="4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ar-AE" sz="4400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p>
                                    <m:sSupPr>
                                      <m:ctrlPr>
                                        <a:rPr lang="ar-AE" sz="4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ar-AE" sz="4400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ar-AE" sz="4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d>
                                        <m:dPr>
                                          <m:ctrlPr>
                                            <a:rPr lang="ar-AE" sz="4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ar-AE" sz="4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ar-AE" sz="44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ar-AE" sz="44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ar-AE" sz="4400" i="1">
                                              <a:latin typeface="Cambria Math" panose="02040503050406030204" pitchFamily="18" charset="0"/>
                                            </a:rPr>
                                            <m:t>−7</m:t>
                                          </m:r>
                                        </m:e>
                                      </m:d>
                                    </m:sup>
                                  </m:sSup>
                                </m:den>
                              </m:f>
                              <m:r>
                                <a:rPr lang="ar-AE" sz="4400" i="1">
                                  <a:latin typeface="Cambria Math" panose="02040503050406030204" pitchFamily="18" charset="0"/>
                                </a:rPr>
                                <m:t>)∗(1+0,25∗(1−</m:t>
                              </m:r>
                              <m:func>
                                <m:funcPr>
                                  <m:ctrlPr>
                                    <a:rPr lang="ar-AE" sz="4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440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ar-AE" sz="4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ar-AE" sz="4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ar-AE" sz="4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  <m:r>
                                            <a:rPr lang="ar-AE" sz="4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ar-AE" sz="4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ar-AE" sz="4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ar-AE" sz="4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r>
                                            <a:rPr lang="ar-AE" sz="4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, …,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ar-AE" sz="4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ar-AE" sz="4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ar-AE" sz="4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4)</m:t>
                                              </m:r>
                                            </m:sub>
                                          </m:sSub>
                                          <m:r>
                                            <a:rPr lang="ar-AE" sz="4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num>
                                        <m:den>
                                          <m:r>
                                            <a:rPr lang="ar-AE" sz="4400" i="1">
                                              <a:latin typeface="Cambria Math" panose="02040503050406030204" pitchFamily="18" charset="0"/>
                                            </a:rPr>
                                            <m:t>5</m:t>
                                          </m:r>
                                        </m:den>
                                      </m:f>
                                      <m:r>
                                        <a:rPr lang="ar-AE" sz="4400" i="1">
                                          <a:latin typeface="Cambria Math" panose="02040503050406030204" pitchFamily="18" charset="0"/>
                                        </a:rPr>
                                        <m:t>,1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ar-AE" sz="4400" i="1">
                                  <a:latin typeface="Cambria Math" panose="02040503050406030204" pitchFamily="18" charset="0"/>
                                </a:rPr>
                                <m:t>))−0,6))</m:t>
                              </m:r>
                            </m:e>
                          </m:nary>
                        </m:den>
                      </m:f>
                    </m:oMath>
                  </a14:m>
                  <a:endParaRPr lang="ar-AE" sz="3200" dirty="0">
                    <a:latin typeface="Apple Chancery" panose="03020702040506060504" pitchFamily="66" charset="-79"/>
                    <a:cs typeface="Apple Chancery" panose="03020702040506060504" pitchFamily="66" charset="-79"/>
                  </a:endParaRPr>
                </a:p>
                <a:p>
                  <a:pPr marL="0" marR="0" lvl="0" indent="0" algn="ctr" rtl="0">
                    <a:lnSpc>
                      <a:spcPct val="181111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mc:Choice>
          <mc:Fallback>
            <p:sp>
              <p:nvSpPr>
                <p:cNvPr id="204" name="Google Shape;204;p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492" y="-226824"/>
                  <a:ext cx="701815" cy="1119615"/>
                </a:xfrm>
                <a:prstGeom prst="rect">
                  <a:avLst/>
                </a:prstGeom>
                <a:blipFill>
                  <a:blip r:embed="rId3"/>
                  <a:stretch>
                    <a:fillRect l="-1220" r="-2526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11" name="Google Shape;211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73709" y="1715795"/>
            <a:ext cx="1140575" cy="137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410345" y="5370730"/>
            <a:ext cx="7911506" cy="64009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555800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24D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7" name="Google Shape;217;p13"/>
          <p:cNvGrpSpPr/>
          <p:nvPr/>
        </p:nvGrpSpPr>
        <p:grpSpPr>
          <a:xfrm>
            <a:off x="2166573" y="2944098"/>
            <a:ext cx="2412329" cy="3043076"/>
            <a:chOff x="0" y="0"/>
            <a:chExt cx="3216439" cy="4057435"/>
          </a:xfrm>
        </p:grpSpPr>
        <p:sp>
          <p:nvSpPr>
            <p:cNvPr id="218" name="Google Shape;218;p13"/>
            <p:cNvSpPr/>
            <p:nvPr/>
          </p:nvSpPr>
          <p:spPr>
            <a:xfrm>
              <a:off x="0" y="0"/>
              <a:ext cx="3216439" cy="4057435"/>
            </a:xfrm>
            <a:custGeom>
              <a:avLst/>
              <a:gdLst/>
              <a:ahLst/>
              <a:cxnLst/>
              <a:rect l="l" t="t" r="r" b="b"/>
              <a:pathLst>
                <a:path w="3216439" h="4057435" extrusionOk="0">
                  <a:moveTo>
                    <a:pt x="0" y="0"/>
                  </a:moveTo>
                  <a:lnTo>
                    <a:pt x="3216439" y="0"/>
                  </a:lnTo>
                  <a:lnTo>
                    <a:pt x="3216439" y="4057435"/>
                  </a:lnTo>
                  <a:lnTo>
                    <a:pt x="0" y="405743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grpSp>
          <p:nvGrpSpPr>
            <p:cNvPr id="219" name="Google Shape;219;p13"/>
            <p:cNvGrpSpPr/>
            <p:nvPr/>
          </p:nvGrpSpPr>
          <p:grpSpPr>
            <a:xfrm>
              <a:off x="497212" y="379773"/>
              <a:ext cx="2222015" cy="2222015"/>
              <a:chOff x="0" y="0"/>
              <a:chExt cx="812800" cy="812800"/>
            </a:xfrm>
          </p:grpSpPr>
          <p:sp>
            <p:nvSpPr>
              <p:cNvPr id="220" name="Google Shape;220;p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CFF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21" name="Google Shape;221;p13"/>
                  <p:cNvSpPr txBox="1"/>
                  <p:nvPr/>
                </p:nvSpPr>
                <p:spPr>
                  <a:xfrm>
                    <a:off x="105356" y="33337"/>
                    <a:ext cx="660400" cy="7461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50800" tIns="50800" rIns="50800" bIns="508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81111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ar-AE" sz="5400" b="0" i="1" u="none" strike="noStrike" cap="none" smtClean="0">
                                  <a:solidFill>
                                    <a:srgbClr val="08524D"/>
                                  </a:solidFill>
                                  <a:latin typeface="Cambria Math" panose="02040503050406030204" pitchFamily="18" charset="0"/>
                                  <a:cs typeface="Calibri"/>
                                  <a:sym typeface="Calibri"/>
                                </a:rPr>
                              </m:ctrlPr>
                            </m:sSubPr>
                            <m:e>
                              <m:r>
                                <a:rPr lang="ar-AE" sz="5400" b="0" i="1" u="none" strike="noStrike" cap="none" smtClean="0">
                                  <a:solidFill>
                                    <a:srgbClr val="08524D"/>
                                  </a:solidFill>
                                  <a:latin typeface="Cambria Math" panose="02040503050406030204" pitchFamily="18" charset="0"/>
                                  <a:cs typeface="Calibri"/>
                                  <a:sym typeface="Calibri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5400" b="0" i="1" u="none" strike="noStrike" cap="none" smtClean="0">
                                  <a:solidFill>
                                    <a:srgbClr val="08524D"/>
                                  </a:solidFill>
                                  <a:latin typeface="Cambria Math" panose="02040503050406030204" pitchFamily="18" charset="0"/>
                                  <a:cs typeface="Calibri"/>
                                  <a:sym typeface="Calibri"/>
                                </a:rPr>
                                <m:t>𝑖</m:t>
                              </m:r>
                            </m:sub>
                          </m:sSub>
                        </m:oMath>
                      </m:oMathPara>
                    </a14:m>
                    <a:endParaRPr lang="ar-AE" sz="1800" b="0" i="0" u="none" strike="noStrike" cap="none" dirty="0">
                      <a:solidFill>
                        <a:srgbClr val="08524D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mc:Choice>
            <mc:Fallback>
              <p:sp>
                <p:nvSpPr>
                  <p:cNvPr id="221" name="Google Shape;221;p1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5356" y="33337"/>
                    <a:ext cx="660400" cy="74612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8333" b="-12295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ru-RU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222" name="Google Shape;222;p13"/>
          <p:cNvGrpSpPr/>
          <p:nvPr/>
        </p:nvGrpSpPr>
        <p:grpSpPr>
          <a:xfrm>
            <a:off x="6014081" y="2944098"/>
            <a:ext cx="2412329" cy="3043076"/>
            <a:chOff x="0" y="0"/>
            <a:chExt cx="3216439" cy="4057435"/>
          </a:xfrm>
        </p:grpSpPr>
        <p:sp>
          <p:nvSpPr>
            <p:cNvPr id="223" name="Google Shape;223;p13"/>
            <p:cNvSpPr/>
            <p:nvPr/>
          </p:nvSpPr>
          <p:spPr>
            <a:xfrm>
              <a:off x="0" y="0"/>
              <a:ext cx="3216439" cy="4057435"/>
            </a:xfrm>
            <a:custGeom>
              <a:avLst/>
              <a:gdLst/>
              <a:ahLst/>
              <a:cxnLst/>
              <a:rect l="l" t="t" r="r" b="b"/>
              <a:pathLst>
                <a:path w="3216439" h="4057435" extrusionOk="0">
                  <a:moveTo>
                    <a:pt x="0" y="0"/>
                  </a:moveTo>
                  <a:lnTo>
                    <a:pt x="3216439" y="0"/>
                  </a:lnTo>
                  <a:lnTo>
                    <a:pt x="3216439" y="4057435"/>
                  </a:lnTo>
                  <a:lnTo>
                    <a:pt x="0" y="405743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grpSp>
          <p:nvGrpSpPr>
            <p:cNvPr id="224" name="Google Shape;224;p13"/>
            <p:cNvGrpSpPr/>
            <p:nvPr/>
          </p:nvGrpSpPr>
          <p:grpSpPr>
            <a:xfrm>
              <a:off x="497212" y="379773"/>
              <a:ext cx="2222015" cy="2222015"/>
              <a:chOff x="0" y="0"/>
              <a:chExt cx="812800" cy="812800"/>
            </a:xfrm>
          </p:grpSpPr>
          <p:sp>
            <p:nvSpPr>
              <p:cNvPr id="225" name="Google Shape;225;p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3D2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26" name="Google Shape;226;p13"/>
                  <p:cNvSpPr txBox="1"/>
                  <p:nvPr/>
                </p:nvSpPr>
                <p:spPr>
                  <a:xfrm>
                    <a:off x="131544" y="66675"/>
                    <a:ext cx="660400" cy="7461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50800" tIns="50800" rIns="50800" bIns="508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81111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ar-AE" sz="5400" b="0" i="1" u="none" strike="noStrike" cap="none" smtClean="0">
                                  <a:solidFill>
                                    <a:srgbClr val="08524D"/>
                                  </a:solidFill>
                                  <a:latin typeface="Cambria Math" panose="02040503050406030204" pitchFamily="18" charset="0"/>
                                  <a:cs typeface="Calibri"/>
                                  <a:sym typeface="Calibri"/>
                                </a:rPr>
                              </m:ctrlPr>
                            </m:sSubPr>
                            <m:e>
                              <m:r>
                                <a:rPr lang="ar-AE" sz="5400" b="0" i="1" u="none" strike="noStrike" cap="none" smtClean="0">
                                  <a:solidFill>
                                    <a:srgbClr val="08524D"/>
                                  </a:solidFill>
                                  <a:latin typeface="Cambria Math" panose="02040503050406030204" pitchFamily="18" charset="0"/>
                                  <a:cs typeface="Calibri"/>
                                  <a:sym typeface="Calibri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ar-AE" sz="5400" b="0" i="1" u="none" strike="noStrike" cap="none" smtClean="0">
                                  <a:solidFill>
                                    <a:srgbClr val="08524D"/>
                                  </a:solidFill>
                                  <a:latin typeface="Cambria Math" panose="02040503050406030204" pitchFamily="18" charset="0"/>
                                  <a:cs typeface="Calibri"/>
                                  <a:sym typeface="Calibri"/>
                                </a:rPr>
                                <m:t>𝑖</m:t>
                              </m:r>
                            </m:sub>
                          </m:sSub>
                        </m:oMath>
                      </m:oMathPara>
                    </a14:m>
                    <a:endParaRPr lang="ar-AE" sz="5400" b="0" i="0" u="none" strike="noStrike" cap="none" dirty="0">
                      <a:solidFill>
                        <a:srgbClr val="08524D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mc:Choice>
            <mc:Fallback>
              <p:sp>
                <p:nvSpPr>
                  <p:cNvPr id="226" name="Google Shape;226;p1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1544" y="66675"/>
                    <a:ext cx="660400" cy="74612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r="-13084" b="-13115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ru-RU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227" name="Google Shape;227;p13"/>
          <p:cNvGrpSpPr/>
          <p:nvPr/>
        </p:nvGrpSpPr>
        <p:grpSpPr>
          <a:xfrm>
            <a:off x="9861589" y="2944098"/>
            <a:ext cx="2412329" cy="3043076"/>
            <a:chOff x="0" y="0"/>
            <a:chExt cx="3216439" cy="4057435"/>
          </a:xfrm>
        </p:grpSpPr>
        <p:sp>
          <p:nvSpPr>
            <p:cNvPr id="228" name="Google Shape;228;p13"/>
            <p:cNvSpPr/>
            <p:nvPr/>
          </p:nvSpPr>
          <p:spPr>
            <a:xfrm>
              <a:off x="0" y="0"/>
              <a:ext cx="3216439" cy="4057435"/>
            </a:xfrm>
            <a:custGeom>
              <a:avLst/>
              <a:gdLst/>
              <a:ahLst/>
              <a:cxnLst/>
              <a:rect l="l" t="t" r="r" b="b"/>
              <a:pathLst>
                <a:path w="3216439" h="4057435" extrusionOk="0">
                  <a:moveTo>
                    <a:pt x="0" y="0"/>
                  </a:moveTo>
                  <a:lnTo>
                    <a:pt x="3216439" y="0"/>
                  </a:lnTo>
                  <a:lnTo>
                    <a:pt x="3216439" y="4057435"/>
                  </a:lnTo>
                  <a:lnTo>
                    <a:pt x="0" y="405743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grpSp>
          <p:nvGrpSpPr>
            <p:cNvPr id="229" name="Google Shape;229;p13"/>
            <p:cNvGrpSpPr/>
            <p:nvPr/>
          </p:nvGrpSpPr>
          <p:grpSpPr>
            <a:xfrm>
              <a:off x="497212" y="379773"/>
              <a:ext cx="2222015" cy="2345707"/>
              <a:chOff x="0" y="0"/>
              <a:chExt cx="812800" cy="858046"/>
            </a:xfrm>
          </p:grpSpPr>
          <p:sp>
            <p:nvSpPr>
              <p:cNvPr id="230" name="Google Shape;230;p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CFF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31" name="Google Shape;231;p13"/>
                  <p:cNvSpPr txBox="1"/>
                  <p:nvPr/>
                </p:nvSpPr>
                <p:spPr>
                  <a:xfrm>
                    <a:off x="131720" y="111921"/>
                    <a:ext cx="660400" cy="7461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50800" tIns="50800" rIns="50800" bIns="508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81111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ru-RU" sz="5400" b="0" i="1" u="none" strike="noStrike" cap="none" smtClean="0">
                              <a:solidFill>
                                <a:srgbClr val="08524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  <a:sym typeface="Calibri"/>
                            </a:rPr>
                            <m:t>𝜎</m:t>
                          </m:r>
                        </m:oMath>
                      </m:oMathPara>
                    </a14:m>
                    <a:endParaRPr lang="en-US" sz="5400" b="0" i="1" u="none" strike="noStrike" cap="none" dirty="0">
                      <a:solidFill>
                        <a:srgbClr val="08524D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Calibri"/>
                      <a:sym typeface="Calibri"/>
                    </a:endParaRPr>
                  </a:p>
                </p:txBody>
              </p:sp>
            </mc:Choice>
            <mc:Fallback>
              <p:sp>
                <p:nvSpPr>
                  <p:cNvPr id="231" name="Google Shape;231;p1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1720" y="111921"/>
                    <a:ext cx="660400" cy="746125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ru-RU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232" name="Google Shape;232;p13"/>
          <p:cNvGrpSpPr/>
          <p:nvPr/>
        </p:nvGrpSpPr>
        <p:grpSpPr>
          <a:xfrm>
            <a:off x="13709097" y="2944098"/>
            <a:ext cx="2412329" cy="3043076"/>
            <a:chOff x="0" y="0"/>
            <a:chExt cx="3216439" cy="4057435"/>
          </a:xfrm>
        </p:grpSpPr>
        <p:sp>
          <p:nvSpPr>
            <p:cNvPr id="233" name="Google Shape;233;p13"/>
            <p:cNvSpPr/>
            <p:nvPr/>
          </p:nvSpPr>
          <p:spPr>
            <a:xfrm>
              <a:off x="0" y="0"/>
              <a:ext cx="3216439" cy="4057435"/>
            </a:xfrm>
            <a:custGeom>
              <a:avLst/>
              <a:gdLst/>
              <a:ahLst/>
              <a:cxnLst/>
              <a:rect l="l" t="t" r="r" b="b"/>
              <a:pathLst>
                <a:path w="3216439" h="4057435" extrusionOk="0">
                  <a:moveTo>
                    <a:pt x="0" y="0"/>
                  </a:moveTo>
                  <a:lnTo>
                    <a:pt x="3216439" y="0"/>
                  </a:lnTo>
                  <a:lnTo>
                    <a:pt x="3216439" y="4057435"/>
                  </a:lnTo>
                  <a:lnTo>
                    <a:pt x="0" y="405743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grpSp>
          <p:nvGrpSpPr>
            <p:cNvPr id="234" name="Google Shape;234;p13"/>
            <p:cNvGrpSpPr/>
            <p:nvPr/>
          </p:nvGrpSpPr>
          <p:grpSpPr>
            <a:xfrm>
              <a:off x="497212" y="379773"/>
              <a:ext cx="2274219" cy="2271586"/>
              <a:chOff x="0" y="0"/>
              <a:chExt cx="831896" cy="830933"/>
            </a:xfrm>
          </p:grpSpPr>
          <p:sp>
            <p:nvSpPr>
              <p:cNvPr id="235" name="Google Shape;235;p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3D2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36" name="Google Shape;236;p13"/>
                  <p:cNvSpPr txBox="1"/>
                  <p:nvPr/>
                </p:nvSpPr>
                <p:spPr>
                  <a:xfrm>
                    <a:off x="171496" y="84808"/>
                    <a:ext cx="660400" cy="7461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50800" tIns="50800" rIns="50800" bIns="508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81111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5400" b="0" i="1" u="none" strike="noStrike" cap="none" smtClean="0">
                              <a:solidFill>
                                <a:srgbClr val="08524D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  <a:sym typeface="Calibri"/>
                            </a:rPr>
                            <m:t>𝑃</m:t>
                          </m:r>
                        </m:oMath>
                      </m:oMathPara>
                    </a14:m>
                    <a:endParaRPr lang="en-US" sz="3600" b="0" i="0" u="none" strike="noStrike" cap="none" dirty="0">
                      <a:solidFill>
                        <a:srgbClr val="08524D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mc:Choice>
            <mc:Fallback>
              <p:sp>
                <p:nvSpPr>
                  <p:cNvPr id="236" name="Google Shape;236;p1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1496" y="84808"/>
                    <a:ext cx="660400" cy="746125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ru-RU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cxnSp>
        <p:nvCxnSpPr>
          <p:cNvPr id="237" name="Google Shape;237;p13"/>
          <p:cNvCxnSpPr/>
          <p:nvPr/>
        </p:nvCxnSpPr>
        <p:spPr>
          <a:xfrm>
            <a:off x="0" y="6465139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F5F6F7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38" name="Google Shape;238;p13"/>
          <p:cNvGrpSpPr/>
          <p:nvPr/>
        </p:nvGrpSpPr>
        <p:grpSpPr>
          <a:xfrm>
            <a:off x="7017575" y="6278589"/>
            <a:ext cx="405341" cy="410091"/>
            <a:chOff x="0" y="-9525"/>
            <a:chExt cx="812800" cy="822325"/>
          </a:xfrm>
        </p:grpSpPr>
        <p:sp>
          <p:nvSpPr>
            <p:cNvPr id="239" name="Google Shape;239;p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3D2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13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1" name="Google Shape;241;p13"/>
          <p:cNvGrpSpPr/>
          <p:nvPr/>
        </p:nvGrpSpPr>
        <p:grpSpPr>
          <a:xfrm>
            <a:off x="14705308" y="6278589"/>
            <a:ext cx="405341" cy="410091"/>
            <a:chOff x="0" y="-9525"/>
            <a:chExt cx="812800" cy="822325"/>
          </a:xfrm>
        </p:grpSpPr>
        <p:sp>
          <p:nvSpPr>
            <p:cNvPr id="242" name="Google Shape;242;p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3D2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3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4" name="Google Shape;244;p13"/>
          <p:cNvGrpSpPr/>
          <p:nvPr/>
        </p:nvGrpSpPr>
        <p:grpSpPr>
          <a:xfrm>
            <a:off x="10861442" y="6259589"/>
            <a:ext cx="405341" cy="429091"/>
            <a:chOff x="0" y="-47625"/>
            <a:chExt cx="812800" cy="860425"/>
          </a:xfrm>
        </p:grpSpPr>
        <p:sp>
          <p:nvSpPr>
            <p:cNvPr id="245" name="Google Shape;245;p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F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13"/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44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7" name="Google Shape;247;p13"/>
          <p:cNvGrpSpPr/>
          <p:nvPr/>
        </p:nvGrpSpPr>
        <p:grpSpPr>
          <a:xfrm>
            <a:off x="3170068" y="6259589"/>
            <a:ext cx="405341" cy="429091"/>
            <a:chOff x="0" y="-47625"/>
            <a:chExt cx="812800" cy="860425"/>
          </a:xfrm>
        </p:grpSpPr>
        <p:sp>
          <p:nvSpPr>
            <p:cNvPr id="248" name="Google Shape;248;p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F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13"/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44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5" name="Google Shape;255;p13"/>
          <p:cNvSpPr txBox="1"/>
          <p:nvPr/>
        </p:nvSpPr>
        <p:spPr>
          <a:xfrm>
            <a:off x="2242750" y="7031575"/>
            <a:ext cx="2259900" cy="1199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99" b="1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Оценка по характеристике</a:t>
            </a:r>
            <a:r>
              <a:rPr lang="en-US" sz="2599" b="1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599" b="1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n-US" sz="2599" b="1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(0-10)</a:t>
            </a:r>
            <a:endParaRPr dirty="0"/>
          </a:p>
        </p:txBody>
      </p:sp>
      <p:sp>
        <p:nvSpPr>
          <p:cNvPr id="256" name="Google Shape;256;p13"/>
          <p:cNvSpPr txBox="1"/>
          <p:nvPr/>
        </p:nvSpPr>
        <p:spPr>
          <a:xfrm>
            <a:off x="6014080" y="7031575"/>
            <a:ext cx="2659209" cy="799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99" b="1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Вес характеристики</a:t>
            </a:r>
            <a:r>
              <a:rPr lang="en-US" sz="2599" b="1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599" b="1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endParaRPr dirty="0"/>
          </a:p>
        </p:txBody>
      </p:sp>
      <p:sp>
        <p:nvSpPr>
          <p:cNvPr id="257" name="Google Shape;257;p13"/>
          <p:cNvSpPr txBox="1"/>
          <p:nvPr/>
        </p:nvSpPr>
        <p:spPr>
          <a:xfrm>
            <a:off x="9861589" y="7032704"/>
            <a:ext cx="2432262" cy="1199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99" b="1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Стандартное отклонение всех 4 оценок</a:t>
            </a:r>
            <a:endParaRPr dirty="0"/>
          </a:p>
        </p:txBody>
      </p:sp>
      <p:pic>
        <p:nvPicPr>
          <p:cNvPr id="4" name="Google Shape;342;p17">
            <a:extLst>
              <a:ext uri="{FF2B5EF4-FFF2-40B4-BE49-F238E27FC236}">
                <a16:creationId xmlns:a16="http://schemas.microsoft.com/office/drawing/2014/main" id="{934AFD6F-4870-FA5A-9D16-93147021E825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-174999" y="7862688"/>
            <a:ext cx="2458900" cy="2168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342;p17">
            <a:extLst>
              <a:ext uri="{FF2B5EF4-FFF2-40B4-BE49-F238E27FC236}">
                <a16:creationId xmlns:a16="http://schemas.microsoft.com/office/drawing/2014/main" id="{10F4AB4E-786D-D1A6-E13C-820BB01EF7BC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5709177" y="-484918"/>
            <a:ext cx="2458900" cy="2168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454;p19">
            <a:extLst>
              <a:ext uri="{FF2B5EF4-FFF2-40B4-BE49-F238E27FC236}">
                <a16:creationId xmlns:a16="http://schemas.microsoft.com/office/drawing/2014/main" id="{DC6B6545-623D-BCAC-3BF4-CFE38781DA0A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 b="62469"/>
          <a:stretch/>
        </p:blipFill>
        <p:spPr>
          <a:xfrm>
            <a:off x="11149321" y="7423068"/>
            <a:ext cx="7111974" cy="28833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3"/>
          <p:cNvSpPr txBox="1"/>
          <p:nvPr/>
        </p:nvSpPr>
        <p:spPr>
          <a:xfrm>
            <a:off x="13482150" y="7031575"/>
            <a:ext cx="2866200" cy="1199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99" b="1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Итоговый процент шансов на поступление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AC1E7C-9D63-4F6B-9B44-79233FF19FE7}"/>
              </a:ext>
            </a:extLst>
          </p:cNvPr>
          <p:cNvSpPr txBox="1"/>
          <p:nvPr/>
        </p:nvSpPr>
        <p:spPr>
          <a:xfrm>
            <a:off x="15582226" y="8231519"/>
            <a:ext cx="463024" cy="307777"/>
          </a:xfrm>
          <a:prstGeom prst="rect">
            <a:avLst/>
          </a:prstGeom>
          <a:solidFill>
            <a:srgbClr val="08524D"/>
          </a:solidFill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24D"/>
        </a:solidFill>
        <a:effectLst/>
      </p:bgPr>
    </p:bg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82" y="4480507"/>
            <a:ext cx="7793427" cy="436491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4" name="Google Shape;524;p21"/>
          <p:cNvCxnSpPr/>
          <p:nvPr/>
        </p:nvCxnSpPr>
        <p:spPr>
          <a:xfrm rot="10800000">
            <a:off x="10963094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CFFA4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25" name="Google Shape;525;p21"/>
          <p:cNvGrpSpPr/>
          <p:nvPr/>
        </p:nvGrpSpPr>
        <p:grpSpPr>
          <a:xfrm>
            <a:off x="10126962" y="888395"/>
            <a:ext cx="1710363" cy="1730406"/>
            <a:chOff x="0" y="0"/>
            <a:chExt cx="2280484" cy="2307208"/>
          </a:xfrm>
        </p:grpSpPr>
        <p:grpSp>
          <p:nvGrpSpPr>
            <p:cNvPr id="526" name="Google Shape;526;p21"/>
            <p:cNvGrpSpPr/>
            <p:nvPr/>
          </p:nvGrpSpPr>
          <p:grpSpPr>
            <a:xfrm rot="10800000">
              <a:off x="0" y="0"/>
              <a:ext cx="2280484" cy="2307208"/>
              <a:chOff x="0" y="-9525"/>
              <a:chExt cx="812800" cy="822325"/>
            </a:xfrm>
          </p:grpSpPr>
          <p:sp>
            <p:nvSpPr>
              <p:cNvPr id="527" name="Google Shape;527;p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8524D"/>
              </a:solidFill>
              <a:ln w="38100" cap="sq" cmpd="sng">
                <a:solidFill>
                  <a:srgbClr val="CCFFA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21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1825" tIns="41825" rIns="41825" bIns="41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9" name="Google Shape;529;p21"/>
            <p:cNvGrpSpPr/>
            <p:nvPr/>
          </p:nvGrpSpPr>
          <p:grpSpPr>
            <a:xfrm rot="10800000">
              <a:off x="311366" y="299622"/>
              <a:ext cx="1657753" cy="1669497"/>
              <a:chOff x="0" y="0"/>
              <a:chExt cx="812800" cy="818558"/>
            </a:xfrm>
          </p:grpSpPr>
          <p:sp>
            <p:nvSpPr>
              <p:cNvPr id="530" name="Google Shape;530;p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CFF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21"/>
              <p:cNvSpPr txBox="1"/>
              <p:nvPr/>
            </p:nvSpPr>
            <p:spPr>
              <a:xfrm rot="10800000">
                <a:off x="88655" y="72433"/>
                <a:ext cx="660400" cy="746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1825" tIns="41825" rIns="41825" bIns="41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-RU" sz="4400" b="0" i="0" u="none" strike="noStrike" cap="none" dirty="0">
                    <a:solidFill>
                      <a:srgbClr val="08524D"/>
                    </a:solidFill>
                    <a:latin typeface="Calibri"/>
                    <a:ea typeface="Calibri"/>
                    <a:cs typeface="Apple Chancery" panose="03020702040506060504" pitchFamily="66" charset="-79"/>
                    <a:sym typeface="Calibri"/>
                  </a:rPr>
                  <a:t>1</a:t>
                </a:r>
                <a:endParaRPr sz="1800" b="0" i="0" u="none" strike="noStrike" cap="none" dirty="0">
                  <a:solidFill>
                    <a:srgbClr val="08524D"/>
                  </a:solidFill>
                  <a:latin typeface="Apple Chancery" panose="03020702040506060504" pitchFamily="66" charset="-79"/>
                  <a:ea typeface="Calibri"/>
                  <a:cs typeface="Apple Chancery" panose="03020702040506060504" pitchFamily="66" charset="-79"/>
                  <a:sym typeface="Calibri"/>
                </a:endParaRPr>
              </a:p>
            </p:txBody>
          </p:sp>
        </p:grpSp>
      </p:grpSp>
      <p:grpSp>
        <p:nvGrpSpPr>
          <p:cNvPr id="532" name="Google Shape;532;p21"/>
          <p:cNvGrpSpPr/>
          <p:nvPr/>
        </p:nvGrpSpPr>
        <p:grpSpPr>
          <a:xfrm>
            <a:off x="10126962" y="3151615"/>
            <a:ext cx="1710363" cy="1730406"/>
            <a:chOff x="0" y="0"/>
            <a:chExt cx="2280484" cy="2307208"/>
          </a:xfrm>
        </p:grpSpPr>
        <p:grpSp>
          <p:nvGrpSpPr>
            <p:cNvPr id="533" name="Google Shape;533;p21"/>
            <p:cNvGrpSpPr/>
            <p:nvPr/>
          </p:nvGrpSpPr>
          <p:grpSpPr>
            <a:xfrm rot="10800000">
              <a:off x="0" y="0"/>
              <a:ext cx="2280484" cy="2307208"/>
              <a:chOff x="0" y="-9525"/>
              <a:chExt cx="812800" cy="822325"/>
            </a:xfrm>
          </p:grpSpPr>
          <p:sp>
            <p:nvSpPr>
              <p:cNvPr id="534" name="Google Shape;534;p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8524D"/>
              </a:solidFill>
              <a:ln w="38100" cap="sq" cmpd="sng">
                <a:solidFill>
                  <a:srgbClr val="43D29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Google Shape;535;p21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1825" tIns="41825" rIns="41825" bIns="41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37" name="Google Shape;537;p21"/>
            <p:cNvSpPr/>
            <p:nvPr/>
          </p:nvSpPr>
          <p:spPr>
            <a:xfrm rot="10800000">
              <a:off x="311365" y="311367"/>
              <a:ext cx="1657753" cy="1657753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3D2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0" name="Google Shape;540;p21"/>
          <p:cNvGrpSpPr/>
          <p:nvPr/>
        </p:nvGrpSpPr>
        <p:grpSpPr>
          <a:xfrm>
            <a:off x="10126962" y="7678055"/>
            <a:ext cx="1710363" cy="1730406"/>
            <a:chOff x="0" y="0"/>
            <a:chExt cx="2280484" cy="2307208"/>
          </a:xfrm>
        </p:grpSpPr>
        <p:grpSp>
          <p:nvGrpSpPr>
            <p:cNvPr id="541" name="Google Shape;541;p21"/>
            <p:cNvGrpSpPr/>
            <p:nvPr/>
          </p:nvGrpSpPr>
          <p:grpSpPr>
            <a:xfrm rot="10800000">
              <a:off x="0" y="0"/>
              <a:ext cx="2280484" cy="2307208"/>
              <a:chOff x="0" y="-9525"/>
              <a:chExt cx="812800" cy="822325"/>
            </a:xfrm>
          </p:grpSpPr>
          <p:sp>
            <p:nvSpPr>
              <p:cNvPr id="542" name="Google Shape;542;p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8524D"/>
              </a:solidFill>
              <a:ln w="38100" cap="sq" cmpd="sng">
                <a:solidFill>
                  <a:srgbClr val="43D29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Google Shape;543;p21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1825" tIns="41825" rIns="41825" bIns="41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45" name="Google Shape;545;p21"/>
            <p:cNvSpPr/>
            <p:nvPr/>
          </p:nvSpPr>
          <p:spPr>
            <a:xfrm rot="10800000">
              <a:off x="311365" y="311366"/>
              <a:ext cx="1657753" cy="1657753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3D2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9" name="Google Shape;549;p21"/>
          <p:cNvGrpSpPr/>
          <p:nvPr/>
        </p:nvGrpSpPr>
        <p:grpSpPr>
          <a:xfrm>
            <a:off x="10126962" y="5414835"/>
            <a:ext cx="1710363" cy="1730406"/>
            <a:chOff x="0" y="0"/>
            <a:chExt cx="2280484" cy="2307208"/>
          </a:xfrm>
        </p:grpSpPr>
        <p:grpSp>
          <p:nvGrpSpPr>
            <p:cNvPr id="550" name="Google Shape;550;p21"/>
            <p:cNvGrpSpPr/>
            <p:nvPr/>
          </p:nvGrpSpPr>
          <p:grpSpPr>
            <a:xfrm rot="10800000">
              <a:off x="0" y="0"/>
              <a:ext cx="2280484" cy="2307208"/>
              <a:chOff x="0" y="-9525"/>
              <a:chExt cx="812800" cy="822325"/>
            </a:xfrm>
          </p:grpSpPr>
          <p:sp>
            <p:nvSpPr>
              <p:cNvPr id="551" name="Google Shape;551;p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8524D"/>
              </a:solidFill>
              <a:ln w="38100" cap="sq" cmpd="sng">
                <a:solidFill>
                  <a:srgbClr val="CCFFA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Google Shape;552;p21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1825" tIns="41825" rIns="41825" bIns="41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54" name="Google Shape;554;p21"/>
            <p:cNvSpPr/>
            <p:nvPr/>
          </p:nvSpPr>
          <p:spPr>
            <a:xfrm rot="10800000">
              <a:off x="311365" y="311367"/>
              <a:ext cx="1657753" cy="1657753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F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8" name="Google Shape;558;p21"/>
          <p:cNvSpPr txBox="1"/>
          <p:nvPr/>
        </p:nvSpPr>
        <p:spPr>
          <a:xfrm>
            <a:off x="12206407" y="1272192"/>
            <a:ext cx="5371899" cy="1206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Каждая оценка «сглаживается» </a:t>
            </a:r>
            <a:r>
              <a:rPr lang="ru-RU" sz="2800" b="1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сигмоидой</a:t>
            </a:r>
            <a:r>
              <a:rPr lang="ru-RU" sz="28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 (0-1)</a:t>
            </a:r>
            <a:endParaRPr sz="1800" b="1" dirty="0"/>
          </a:p>
        </p:txBody>
      </p:sp>
      <p:sp>
        <p:nvSpPr>
          <p:cNvPr id="560" name="Google Shape;560;p21"/>
          <p:cNvSpPr txBox="1"/>
          <p:nvPr/>
        </p:nvSpPr>
        <p:spPr>
          <a:xfrm>
            <a:off x="12206408" y="3698616"/>
            <a:ext cx="5240100" cy="6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Взвешивание по важности</a:t>
            </a:r>
            <a:endParaRPr sz="1800" b="1" dirty="0"/>
          </a:p>
        </p:txBody>
      </p:sp>
      <p:sp>
        <p:nvSpPr>
          <p:cNvPr id="562" name="Google Shape;562;p21"/>
          <p:cNvSpPr txBox="1"/>
          <p:nvPr/>
        </p:nvSpPr>
        <p:spPr>
          <a:xfrm>
            <a:off x="12231497" y="5395481"/>
            <a:ext cx="5240100" cy="1809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Коррекция на согласованность оценок через стандартное отклонение</a:t>
            </a:r>
            <a:endParaRPr sz="1800" b="1" dirty="0"/>
          </a:p>
        </p:txBody>
      </p:sp>
      <p:sp>
        <p:nvSpPr>
          <p:cNvPr id="564" name="Google Shape;564;p21"/>
          <p:cNvSpPr txBox="1"/>
          <p:nvPr/>
        </p:nvSpPr>
        <p:spPr>
          <a:xfrm>
            <a:off x="12206408" y="7906165"/>
            <a:ext cx="5240100" cy="1206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Итог снова через </a:t>
            </a:r>
            <a:r>
              <a:rPr lang="ru-RU" sz="2800" b="1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сигмоиду</a:t>
            </a:r>
            <a:r>
              <a:rPr lang="ru-RU" sz="28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(процент 0-100</a:t>
            </a:r>
            <a:r>
              <a:rPr lang="en-US" sz="28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%</a:t>
            </a:r>
            <a:r>
              <a:rPr lang="ru-RU" sz="2800" b="1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sz="1800" b="1" dirty="0"/>
          </a:p>
        </p:txBody>
      </p:sp>
      <p:sp>
        <p:nvSpPr>
          <p:cNvPr id="566" name="Google Shape;566;p21"/>
          <p:cNvSpPr txBox="1"/>
          <p:nvPr/>
        </p:nvSpPr>
        <p:spPr>
          <a:xfrm>
            <a:off x="709676" y="1272192"/>
            <a:ext cx="8978607" cy="2437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800" b="0" i="0" u="none" strike="noStrike" cap="none" dirty="0">
                <a:solidFill>
                  <a:srgbClr val="CCFFA4"/>
                </a:solidFill>
                <a:latin typeface="Rajdhani"/>
                <a:ea typeface="Rajdhani"/>
                <a:cs typeface="Rajdhani"/>
                <a:sym typeface="Rajdhani"/>
              </a:rPr>
              <a:t>Принцип работы формулы</a:t>
            </a:r>
            <a:endParaRPr sz="8800" dirty="0"/>
          </a:p>
        </p:txBody>
      </p:sp>
      <p:sp>
        <p:nvSpPr>
          <p:cNvPr id="2" name="Google Shape;531;p21">
            <a:extLst>
              <a:ext uri="{FF2B5EF4-FFF2-40B4-BE49-F238E27FC236}">
                <a16:creationId xmlns:a16="http://schemas.microsoft.com/office/drawing/2014/main" id="{AB4EF0D1-9998-F92A-80C9-0E2EC5F61215}"/>
              </a:ext>
            </a:extLst>
          </p:cNvPr>
          <p:cNvSpPr txBox="1"/>
          <p:nvPr/>
        </p:nvSpPr>
        <p:spPr>
          <a:xfrm>
            <a:off x="10455890" y="3355739"/>
            <a:ext cx="1010193" cy="1141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825" tIns="41825" rIns="41825" bIns="41825" anchor="ctr" anchorCtr="0">
            <a:noAutofit/>
          </a:bodyPr>
          <a:lstStyle/>
          <a:p>
            <a:pPr marL="0" marR="0" lvl="0" indent="0" algn="ctr" rtl="0">
              <a:lnSpc>
                <a:spcPct val="181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400" dirty="0">
                <a:solidFill>
                  <a:srgbClr val="08524D"/>
                </a:solidFill>
                <a:latin typeface="Calibri"/>
                <a:ea typeface="Calibri"/>
                <a:cs typeface="Apple Chancery" panose="03020702040506060504" pitchFamily="66" charset="-79"/>
                <a:sym typeface="Calibri"/>
              </a:rPr>
              <a:t>2</a:t>
            </a:r>
            <a:endParaRPr sz="1800" b="0" i="0" u="none" strike="noStrike" cap="none" dirty="0">
              <a:solidFill>
                <a:srgbClr val="08524D"/>
              </a:solidFill>
              <a:latin typeface="Apple Chancery" panose="03020702040506060504" pitchFamily="66" charset="-79"/>
              <a:ea typeface="Calibri"/>
              <a:cs typeface="Apple Chancery" panose="03020702040506060504" pitchFamily="66" charset="-79"/>
              <a:sym typeface="Calibri"/>
            </a:endParaRPr>
          </a:p>
        </p:txBody>
      </p:sp>
      <p:sp>
        <p:nvSpPr>
          <p:cNvPr id="3" name="Google Shape;531;p21">
            <a:extLst>
              <a:ext uri="{FF2B5EF4-FFF2-40B4-BE49-F238E27FC236}">
                <a16:creationId xmlns:a16="http://schemas.microsoft.com/office/drawing/2014/main" id="{C7685A3D-66ED-8E38-4511-162451D4317D}"/>
              </a:ext>
            </a:extLst>
          </p:cNvPr>
          <p:cNvSpPr txBox="1"/>
          <p:nvPr/>
        </p:nvSpPr>
        <p:spPr>
          <a:xfrm>
            <a:off x="10461481" y="5628317"/>
            <a:ext cx="1010193" cy="1141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825" tIns="41825" rIns="41825" bIns="41825" anchor="ctr" anchorCtr="0">
            <a:noAutofit/>
          </a:bodyPr>
          <a:lstStyle/>
          <a:p>
            <a:pPr marL="0" marR="0" lvl="0" indent="0" algn="ctr" rtl="0">
              <a:lnSpc>
                <a:spcPct val="181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400" dirty="0">
                <a:solidFill>
                  <a:srgbClr val="08524D"/>
                </a:solidFill>
                <a:latin typeface="Calibri"/>
                <a:ea typeface="Calibri"/>
                <a:cs typeface="Apple Chancery" panose="03020702040506060504" pitchFamily="66" charset="-79"/>
                <a:sym typeface="Calibri"/>
              </a:rPr>
              <a:t>3</a:t>
            </a:r>
            <a:endParaRPr sz="1800" b="0" i="0" u="none" strike="noStrike" cap="none" dirty="0">
              <a:solidFill>
                <a:srgbClr val="08524D"/>
              </a:solidFill>
              <a:latin typeface="Apple Chancery" panose="03020702040506060504" pitchFamily="66" charset="-79"/>
              <a:ea typeface="Calibri"/>
              <a:cs typeface="Apple Chancery" panose="03020702040506060504" pitchFamily="66" charset="-79"/>
              <a:sym typeface="Calibri"/>
            </a:endParaRPr>
          </a:p>
        </p:txBody>
      </p:sp>
      <p:sp>
        <p:nvSpPr>
          <p:cNvPr id="4" name="Google Shape;531;p21">
            <a:extLst>
              <a:ext uri="{FF2B5EF4-FFF2-40B4-BE49-F238E27FC236}">
                <a16:creationId xmlns:a16="http://schemas.microsoft.com/office/drawing/2014/main" id="{74EF89A5-45EA-1132-B529-EB9896BE71B5}"/>
              </a:ext>
            </a:extLst>
          </p:cNvPr>
          <p:cNvSpPr txBox="1"/>
          <p:nvPr/>
        </p:nvSpPr>
        <p:spPr>
          <a:xfrm>
            <a:off x="10461481" y="7882179"/>
            <a:ext cx="1010193" cy="1141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825" tIns="41825" rIns="41825" bIns="41825" anchor="ctr" anchorCtr="0">
            <a:noAutofit/>
          </a:bodyPr>
          <a:lstStyle/>
          <a:p>
            <a:pPr marL="0" marR="0" lvl="0" indent="0" algn="ctr" rtl="0">
              <a:lnSpc>
                <a:spcPct val="181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400" dirty="0">
                <a:solidFill>
                  <a:srgbClr val="08524D"/>
                </a:solidFill>
                <a:latin typeface="Calibri"/>
                <a:ea typeface="Calibri"/>
                <a:cs typeface="Apple Chancery" panose="03020702040506060504" pitchFamily="66" charset="-79"/>
                <a:sym typeface="Calibri"/>
              </a:rPr>
              <a:t>4</a:t>
            </a:r>
            <a:endParaRPr sz="1800" b="0" i="0" u="none" strike="noStrike" cap="none" dirty="0">
              <a:solidFill>
                <a:srgbClr val="08524D"/>
              </a:solidFill>
              <a:latin typeface="Apple Chancery" panose="03020702040506060504" pitchFamily="66" charset="-79"/>
              <a:ea typeface="Calibri"/>
              <a:cs typeface="Apple Chancery" panose="03020702040506060504" pitchFamily="66" charset="-79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D29F"/>
        </a:solidFill>
        <a:effectLst/>
      </p:bgPr>
    </p:bg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7" name="Google Shape;507;p20"/>
          <p:cNvGrpSpPr/>
          <p:nvPr/>
        </p:nvGrpSpPr>
        <p:grpSpPr>
          <a:xfrm>
            <a:off x="0" y="1238812"/>
            <a:ext cx="18288000" cy="4879047"/>
            <a:chOff x="0" y="25400"/>
            <a:chExt cx="24384000" cy="6505396"/>
          </a:xfrm>
        </p:grpSpPr>
        <p:cxnSp>
          <p:nvCxnSpPr>
            <p:cNvPr id="508" name="Google Shape;508;p20"/>
            <p:cNvCxnSpPr/>
            <p:nvPr/>
          </p:nvCxnSpPr>
          <p:spPr>
            <a:xfrm>
              <a:off x="0" y="25400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09" name="Google Shape;509;p20"/>
            <p:cNvCxnSpPr/>
            <p:nvPr/>
          </p:nvCxnSpPr>
          <p:spPr>
            <a:xfrm>
              <a:off x="0" y="1651749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10" name="Google Shape;510;p20"/>
            <p:cNvCxnSpPr/>
            <p:nvPr/>
          </p:nvCxnSpPr>
          <p:spPr>
            <a:xfrm>
              <a:off x="0" y="3278098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11" name="Google Shape;511;p20"/>
            <p:cNvCxnSpPr/>
            <p:nvPr/>
          </p:nvCxnSpPr>
          <p:spPr>
            <a:xfrm>
              <a:off x="0" y="4904447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12" name="Google Shape;512;p20"/>
            <p:cNvCxnSpPr/>
            <p:nvPr/>
          </p:nvCxnSpPr>
          <p:spPr>
            <a:xfrm>
              <a:off x="0" y="6530796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513" name="Google Shape;51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9924" y="685313"/>
            <a:ext cx="11548150" cy="83628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4" name="Google Shape;514;p20"/>
          <p:cNvGrpSpPr/>
          <p:nvPr/>
        </p:nvGrpSpPr>
        <p:grpSpPr>
          <a:xfrm>
            <a:off x="0" y="6993084"/>
            <a:ext cx="18288000" cy="3293916"/>
            <a:chOff x="0" y="-85725"/>
            <a:chExt cx="4816593" cy="867533"/>
          </a:xfrm>
        </p:grpSpPr>
        <p:sp>
          <p:nvSpPr>
            <p:cNvPr id="515" name="Google Shape;515;p20"/>
            <p:cNvSpPr/>
            <p:nvPr/>
          </p:nvSpPr>
          <p:spPr>
            <a:xfrm>
              <a:off x="0" y="0"/>
              <a:ext cx="4816592" cy="781808"/>
            </a:xfrm>
            <a:custGeom>
              <a:avLst/>
              <a:gdLst/>
              <a:ahLst/>
              <a:cxnLst/>
              <a:rect l="l" t="t" r="r" b="b"/>
              <a:pathLst>
                <a:path w="4816592" h="781808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781808"/>
                  </a:lnTo>
                  <a:lnTo>
                    <a:pt x="0" y="781808"/>
                  </a:lnTo>
                  <a:close/>
                </a:path>
              </a:pathLst>
            </a:custGeom>
            <a:solidFill>
              <a:srgbClr val="08524D"/>
            </a:solidFill>
            <a:ln>
              <a:noFill/>
            </a:ln>
          </p:spPr>
        </p:sp>
        <p:sp>
          <p:nvSpPr>
            <p:cNvPr id="516" name="Google Shape;516;p20"/>
            <p:cNvSpPr txBox="1"/>
            <p:nvPr/>
          </p:nvSpPr>
          <p:spPr>
            <a:xfrm>
              <a:off x="0" y="-85725"/>
              <a:ext cx="4816593" cy="8675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7" name="Google Shape;517;p20"/>
          <p:cNvSpPr txBox="1"/>
          <p:nvPr/>
        </p:nvSpPr>
        <p:spPr>
          <a:xfrm>
            <a:off x="331466" y="7340592"/>
            <a:ext cx="3230959" cy="2779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969" b="0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03</a:t>
            </a:r>
            <a:endParaRPr/>
          </a:p>
        </p:txBody>
      </p:sp>
      <p:sp>
        <p:nvSpPr>
          <p:cNvPr id="518" name="Google Shape;518;p20"/>
          <p:cNvSpPr txBox="1"/>
          <p:nvPr/>
        </p:nvSpPr>
        <p:spPr>
          <a:xfrm>
            <a:off x="3369924" y="7825675"/>
            <a:ext cx="13710135" cy="2612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800" dirty="0">
                <a:solidFill>
                  <a:srgbClr val="CCFFA4"/>
                </a:solidFill>
                <a:cs typeface="Rajdhani"/>
                <a:sym typeface="Rajdhani"/>
              </a:rPr>
              <a:t>ИНТЕРФЕЙС</a:t>
            </a:r>
            <a:endParaRPr sz="13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24D"/>
        </a:solidFill>
        <a:effectLst/>
      </p:bgPr>
    </p:bg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3" name="Google Shape;643;p23"/>
          <p:cNvGrpSpPr/>
          <p:nvPr/>
        </p:nvGrpSpPr>
        <p:grpSpPr>
          <a:xfrm>
            <a:off x="14186138" y="634482"/>
            <a:ext cx="4101862" cy="4098163"/>
            <a:chOff x="0" y="0"/>
            <a:chExt cx="5469149" cy="5464217"/>
          </a:xfrm>
        </p:grpSpPr>
        <p:sp>
          <p:nvSpPr>
            <p:cNvPr id="644" name="Google Shape;644;p23"/>
            <p:cNvSpPr/>
            <p:nvPr/>
          </p:nvSpPr>
          <p:spPr>
            <a:xfrm>
              <a:off x="0" y="796542"/>
              <a:ext cx="2054196" cy="4667675"/>
            </a:xfrm>
            <a:custGeom>
              <a:avLst/>
              <a:gdLst/>
              <a:ahLst/>
              <a:cxnLst/>
              <a:rect l="l" t="t" r="r" b="b"/>
              <a:pathLst>
                <a:path w="2054196" h="4667675" extrusionOk="0">
                  <a:moveTo>
                    <a:pt x="0" y="0"/>
                  </a:moveTo>
                  <a:lnTo>
                    <a:pt x="2054196" y="0"/>
                  </a:lnTo>
                  <a:lnTo>
                    <a:pt x="2054196" y="4667675"/>
                  </a:lnTo>
                  <a:lnTo>
                    <a:pt x="0" y="466767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t="-17059" r="-314164" b="-143995"/>
              </a:stretch>
            </a:blipFill>
            <a:ln>
              <a:noFill/>
            </a:ln>
          </p:spPr>
        </p:sp>
        <p:sp>
          <p:nvSpPr>
            <p:cNvPr id="645" name="Google Shape;645;p23"/>
            <p:cNvSpPr/>
            <p:nvPr/>
          </p:nvSpPr>
          <p:spPr>
            <a:xfrm>
              <a:off x="664190" y="0"/>
              <a:ext cx="4804959" cy="4057050"/>
            </a:xfrm>
            <a:custGeom>
              <a:avLst/>
              <a:gdLst/>
              <a:ahLst/>
              <a:cxnLst/>
              <a:rect l="l" t="t" r="r" b="b"/>
              <a:pathLst>
                <a:path w="4804959" h="4057050" extrusionOk="0">
                  <a:moveTo>
                    <a:pt x="0" y="0"/>
                  </a:moveTo>
                  <a:lnTo>
                    <a:pt x="4804959" y="0"/>
                  </a:lnTo>
                  <a:lnTo>
                    <a:pt x="4804959" y="4057050"/>
                  </a:lnTo>
                  <a:lnTo>
                    <a:pt x="0" y="40570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l="-13819" r="-63240" b="-200363"/>
              </a:stretch>
            </a:blipFill>
            <a:ln>
              <a:noFill/>
            </a:ln>
          </p:spPr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DDBDA2D-B442-9B41-6277-18C8F87ED7A7}"/>
              </a:ext>
            </a:extLst>
          </p:cNvPr>
          <p:cNvSpPr txBox="1"/>
          <p:nvPr/>
        </p:nvSpPr>
        <p:spPr>
          <a:xfrm>
            <a:off x="559838" y="634482"/>
            <a:ext cx="13338774" cy="8533859"/>
          </a:xfrm>
          <a:prstGeom prst="rect">
            <a:avLst/>
          </a:prstGeom>
          <a:solidFill>
            <a:srgbClr val="F5F6F8"/>
          </a:solidFill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FD0F4B4-EB5F-2D75-6290-A53884B634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788" y="767229"/>
            <a:ext cx="12988212" cy="8334159"/>
          </a:xfrm>
          <a:prstGeom prst="rect">
            <a:avLst/>
          </a:prstGeom>
          <a:effectLst>
            <a:softEdge rad="0"/>
          </a:effectLst>
        </p:spPr>
      </p:pic>
      <p:pic>
        <p:nvPicPr>
          <p:cNvPr id="5" name="Google Shape;341;p17">
            <a:extLst>
              <a:ext uri="{FF2B5EF4-FFF2-40B4-BE49-F238E27FC236}">
                <a16:creationId xmlns:a16="http://schemas.microsoft.com/office/drawing/2014/main" id="{D21BEF07-B27B-3641-66AC-DC074871B68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r="59661"/>
          <a:stretch/>
        </p:blipFill>
        <p:spPr>
          <a:xfrm>
            <a:off x="15477375" y="5331429"/>
            <a:ext cx="2810625" cy="9025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D29F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Google Shape;177;p11"/>
          <p:cNvGrpSpPr/>
          <p:nvPr/>
        </p:nvGrpSpPr>
        <p:grpSpPr>
          <a:xfrm>
            <a:off x="0" y="1238812"/>
            <a:ext cx="18288000" cy="4879047"/>
            <a:chOff x="0" y="25400"/>
            <a:chExt cx="24384000" cy="6505396"/>
          </a:xfrm>
        </p:grpSpPr>
        <p:cxnSp>
          <p:nvCxnSpPr>
            <p:cNvPr id="178" name="Google Shape;178;p11"/>
            <p:cNvCxnSpPr/>
            <p:nvPr/>
          </p:nvCxnSpPr>
          <p:spPr>
            <a:xfrm>
              <a:off x="0" y="25400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9" name="Google Shape;179;p11"/>
            <p:cNvCxnSpPr/>
            <p:nvPr/>
          </p:nvCxnSpPr>
          <p:spPr>
            <a:xfrm>
              <a:off x="0" y="1651749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0" name="Google Shape;180;p11"/>
            <p:cNvCxnSpPr/>
            <p:nvPr/>
          </p:nvCxnSpPr>
          <p:spPr>
            <a:xfrm>
              <a:off x="0" y="3278098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1" name="Google Shape;181;p11"/>
            <p:cNvCxnSpPr/>
            <p:nvPr/>
          </p:nvCxnSpPr>
          <p:spPr>
            <a:xfrm>
              <a:off x="0" y="4904447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2" name="Google Shape;182;p11"/>
            <p:cNvCxnSpPr/>
            <p:nvPr/>
          </p:nvCxnSpPr>
          <p:spPr>
            <a:xfrm>
              <a:off x="0" y="6530796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183" name="Google Shape;183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5451" y="330970"/>
            <a:ext cx="12011669" cy="8367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4" name="Google Shape;184;p11"/>
          <p:cNvGrpSpPr/>
          <p:nvPr/>
        </p:nvGrpSpPr>
        <p:grpSpPr>
          <a:xfrm>
            <a:off x="0" y="6993084"/>
            <a:ext cx="18288000" cy="3293916"/>
            <a:chOff x="0" y="-85725"/>
            <a:chExt cx="4816593" cy="867533"/>
          </a:xfrm>
        </p:grpSpPr>
        <p:sp>
          <p:nvSpPr>
            <p:cNvPr id="185" name="Google Shape;185;p11"/>
            <p:cNvSpPr/>
            <p:nvPr/>
          </p:nvSpPr>
          <p:spPr>
            <a:xfrm>
              <a:off x="0" y="0"/>
              <a:ext cx="4816592" cy="781808"/>
            </a:xfrm>
            <a:custGeom>
              <a:avLst/>
              <a:gdLst/>
              <a:ahLst/>
              <a:cxnLst/>
              <a:rect l="l" t="t" r="r" b="b"/>
              <a:pathLst>
                <a:path w="4816592" h="781808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781808"/>
                  </a:lnTo>
                  <a:lnTo>
                    <a:pt x="0" y="781808"/>
                  </a:lnTo>
                  <a:close/>
                </a:path>
              </a:pathLst>
            </a:custGeom>
            <a:solidFill>
              <a:srgbClr val="08524D"/>
            </a:solidFill>
            <a:ln>
              <a:noFill/>
            </a:ln>
          </p:spPr>
        </p:sp>
        <p:sp>
          <p:nvSpPr>
            <p:cNvPr id="186" name="Google Shape;186;p11"/>
            <p:cNvSpPr txBox="1"/>
            <p:nvPr/>
          </p:nvSpPr>
          <p:spPr>
            <a:xfrm>
              <a:off x="0" y="-85725"/>
              <a:ext cx="4816593" cy="8675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7" name="Google Shape;187;p11"/>
          <p:cNvSpPr txBox="1"/>
          <p:nvPr/>
        </p:nvSpPr>
        <p:spPr>
          <a:xfrm>
            <a:off x="331466" y="7376960"/>
            <a:ext cx="3231000" cy="3401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969" b="0" i="0" u="none" strike="noStrike" cap="none" dirty="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0</a:t>
            </a:r>
            <a:r>
              <a:rPr lang="ru-RU" sz="17969" b="0" i="0" u="none" strike="noStrike" cap="none" dirty="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4</a:t>
            </a:r>
            <a:endParaRPr dirty="0"/>
          </a:p>
        </p:txBody>
      </p:sp>
      <p:sp>
        <p:nvSpPr>
          <p:cNvPr id="188" name="Google Shape;188;p11"/>
          <p:cNvSpPr txBox="1"/>
          <p:nvPr/>
        </p:nvSpPr>
        <p:spPr>
          <a:xfrm>
            <a:off x="2962929" y="7828426"/>
            <a:ext cx="14394000" cy="2612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800" dirty="0">
                <a:solidFill>
                  <a:srgbClr val="CCFFA4"/>
                </a:solidFill>
                <a:cs typeface="Rajdhani"/>
                <a:sym typeface="Rajdhani"/>
              </a:rPr>
              <a:t>ЭКСПОРТ </a:t>
            </a:r>
            <a:endParaRPr sz="13800" dirty="0"/>
          </a:p>
        </p:txBody>
      </p:sp>
    </p:spTree>
    <p:extLst>
      <p:ext uri="{BB962C8B-B14F-4D97-AF65-F5344CB8AC3E}">
        <p14:creationId xmlns:p14="http://schemas.microsoft.com/office/powerpoint/2010/main" val="5491177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24D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14"/>
          <p:cNvPicPr preferRelativeResize="0"/>
          <p:nvPr/>
        </p:nvPicPr>
        <p:blipFill rotWithShape="1">
          <a:blip r:embed="rId3">
            <a:alphaModFix/>
          </a:blip>
          <a:srcRect r="15419"/>
          <a:stretch/>
        </p:blipFill>
        <p:spPr>
          <a:xfrm>
            <a:off x="10293250" y="1470750"/>
            <a:ext cx="7994751" cy="8069199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4"/>
          <p:cNvSpPr txBox="1"/>
          <p:nvPr/>
        </p:nvSpPr>
        <p:spPr>
          <a:xfrm>
            <a:off x="1177991" y="1566014"/>
            <a:ext cx="8451202" cy="7154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400" b="0" i="0" u="none" strike="noStrike" cap="none" dirty="0">
                <a:solidFill>
                  <a:srgbClr val="CCFFA4"/>
                </a:solidFill>
                <a:latin typeface="Rajdhani"/>
                <a:ea typeface="Rajdhani"/>
                <a:cs typeface="Rajdhani"/>
                <a:sym typeface="Rajdhani"/>
              </a:rPr>
              <a:t>Пользовател</a:t>
            </a:r>
            <a:r>
              <a:rPr lang="ru-RU" sz="5400" dirty="0">
                <a:solidFill>
                  <a:srgbClr val="CCFFA4"/>
                </a:solidFill>
                <a:latin typeface="Rajdhani"/>
                <a:ea typeface="Rajdhani"/>
                <a:cs typeface="Rajdhani"/>
                <a:sym typeface="Rajdhani"/>
              </a:rPr>
              <a:t>ь может сохранить отчет в текстовом формате, чтобы делится им с родителями, кураторами или использовать для внутреннего анализа</a:t>
            </a:r>
            <a:endParaRPr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24D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0"/>
          <p:cNvPicPr preferRelativeResize="0"/>
          <p:nvPr/>
        </p:nvPicPr>
        <p:blipFill rotWithShape="1">
          <a:blip r:embed="rId3">
            <a:alphaModFix/>
          </a:blip>
          <a:srcRect r="9107"/>
          <a:stretch/>
        </p:blipFill>
        <p:spPr>
          <a:xfrm>
            <a:off x="9872225" y="3373928"/>
            <a:ext cx="8428748" cy="255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0"/>
          <p:cNvPicPr preferRelativeResize="0"/>
          <p:nvPr/>
        </p:nvPicPr>
        <p:blipFill rotWithShape="1">
          <a:blip r:embed="rId3">
            <a:alphaModFix/>
          </a:blip>
          <a:srcRect r="9107"/>
          <a:stretch/>
        </p:blipFill>
        <p:spPr>
          <a:xfrm>
            <a:off x="9872225" y="6262384"/>
            <a:ext cx="8428748" cy="255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0"/>
          <p:cNvPicPr preferRelativeResize="0"/>
          <p:nvPr/>
        </p:nvPicPr>
        <p:blipFill rotWithShape="1">
          <a:blip r:embed="rId3">
            <a:alphaModFix/>
          </a:blip>
          <a:srcRect r="9107"/>
          <a:stretch/>
        </p:blipFill>
        <p:spPr>
          <a:xfrm>
            <a:off x="9872225" y="629450"/>
            <a:ext cx="8428748" cy="255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461" y="4162663"/>
            <a:ext cx="8428751" cy="5902624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0"/>
          <p:cNvSpPr txBox="1"/>
          <p:nvPr/>
        </p:nvSpPr>
        <p:spPr>
          <a:xfrm>
            <a:off x="765546" y="966059"/>
            <a:ext cx="8651506" cy="2708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800" b="0" i="0" u="none" strike="noStrike" cap="none" dirty="0">
                <a:solidFill>
                  <a:srgbClr val="CCFFA4"/>
                </a:solidFill>
                <a:latin typeface="Rajdhani"/>
                <a:ea typeface="Rajdhani"/>
                <a:cs typeface="Rajdhani"/>
                <a:sym typeface="Rajdhani"/>
              </a:rPr>
              <a:t>Отчет включает в себя</a:t>
            </a:r>
            <a:endParaRPr sz="1100" dirty="0"/>
          </a:p>
        </p:txBody>
      </p:sp>
      <p:sp>
        <p:nvSpPr>
          <p:cNvPr id="167" name="Google Shape;167;p10"/>
          <p:cNvSpPr txBox="1"/>
          <p:nvPr/>
        </p:nvSpPr>
        <p:spPr>
          <a:xfrm>
            <a:off x="10761342" y="1263612"/>
            <a:ext cx="1701000" cy="16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86" b="0" i="0" u="none" strike="noStrike" cap="none">
                <a:solidFill>
                  <a:srgbClr val="08524D"/>
                </a:solidFill>
                <a:latin typeface="Rajdhani"/>
                <a:ea typeface="Rajdhani"/>
                <a:cs typeface="Rajdhani"/>
                <a:sym typeface="Rajdhani"/>
              </a:rPr>
              <a:t>01</a:t>
            </a:r>
            <a:endParaRPr/>
          </a:p>
        </p:txBody>
      </p:sp>
      <p:sp>
        <p:nvSpPr>
          <p:cNvPr id="168" name="Google Shape;168;p10"/>
          <p:cNvSpPr txBox="1"/>
          <p:nvPr/>
        </p:nvSpPr>
        <p:spPr>
          <a:xfrm>
            <a:off x="10761342" y="3947132"/>
            <a:ext cx="1701000" cy="16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86" b="0" i="0" u="none" strike="noStrike" cap="none">
                <a:solidFill>
                  <a:srgbClr val="08524D"/>
                </a:solidFill>
                <a:latin typeface="Rajdhani"/>
                <a:ea typeface="Rajdhani"/>
                <a:cs typeface="Rajdhani"/>
                <a:sym typeface="Rajdhani"/>
              </a:rPr>
              <a:t>02</a:t>
            </a:r>
            <a:endParaRPr/>
          </a:p>
        </p:txBody>
      </p:sp>
      <p:sp>
        <p:nvSpPr>
          <p:cNvPr id="169" name="Google Shape;169;p10"/>
          <p:cNvSpPr txBox="1"/>
          <p:nvPr/>
        </p:nvSpPr>
        <p:spPr>
          <a:xfrm>
            <a:off x="10761342" y="6836829"/>
            <a:ext cx="1701000" cy="16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86" b="0" i="0" u="none" strike="noStrike" cap="none">
                <a:solidFill>
                  <a:srgbClr val="08524D"/>
                </a:solidFill>
                <a:latin typeface="Rajdhani"/>
                <a:ea typeface="Rajdhani"/>
                <a:cs typeface="Rajdhani"/>
                <a:sym typeface="Rajdhani"/>
              </a:rPr>
              <a:t>03</a:t>
            </a:r>
            <a:endParaRPr/>
          </a:p>
        </p:txBody>
      </p:sp>
      <p:sp>
        <p:nvSpPr>
          <p:cNvPr id="170" name="Google Shape;170;p10"/>
          <p:cNvSpPr txBox="1"/>
          <p:nvPr/>
        </p:nvSpPr>
        <p:spPr>
          <a:xfrm>
            <a:off x="12678654" y="1750876"/>
            <a:ext cx="4843800" cy="796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99" dirty="0">
                <a:latin typeface="Lato"/>
                <a:ea typeface="Lato"/>
                <a:cs typeface="Lato"/>
                <a:sym typeface="Lato"/>
              </a:rPr>
              <a:t>Процент шансов</a:t>
            </a:r>
            <a:endParaRPr dirty="0"/>
          </a:p>
        </p:txBody>
      </p:sp>
      <p:sp>
        <p:nvSpPr>
          <p:cNvPr id="171" name="Google Shape;171;p10"/>
          <p:cNvSpPr txBox="1"/>
          <p:nvPr/>
        </p:nvSpPr>
        <p:spPr>
          <a:xfrm>
            <a:off x="12678654" y="3967234"/>
            <a:ext cx="5254783" cy="1593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99" dirty="0">
                <a:latin typeface="Lato"/>
                <a:ea typeface="Lato"/>
                <a:cs typeface="Lato"/>
                <a:sym typeface="Lato"/>
              </a:rPr>
              <a:t>Выставленные оценки по характеристикам</a:t>
            </a:r>
            <a:endParaRPr dirty="0"/>
          </a:p>
        </p:txBody>
      </p:sp>
      <p:sp>
        <p:nvSpPr>
          <p:cNvPr id="172" name="Google Shape;172;p10"/>
          <p:cNvSpPr txBox="1"/>
          <p:nvPr/>
        </p:nvSpPr>
        <p:spPr>
          <a:xfrm>
            <a:off x="12652715" y="6942226"/>
            <a:ext cx="4843824" cy="1593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99" dirty="0">
                <a:latin typeface="Lato"/>
                <a:ea typeface="Lato"/>
                <a:cs typeface="Lato"/>
                <a:sym typeface="Lato"/>
              </a:rPr>
              <a:t>Пояснительный текст с рекомендациями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D29F"/>
        </a:solidFill>
        <a:effectLst/>
      </p:bgPr>
    </p:bg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5" name="Google Shape;325;p16"/>
          <p:cNvGrpSpPr/>
          <p:nvPr/>
        </p:nvGrpSpPr>
        <p:grpSpPr>
          <a:xfrm>
            <a:off x="0" y="1238812"/>
            <a:ext cx="18288000" cy="4879047"/>
            <a:chOff x="0" y="25400"/>
            <a:chExt cx="24384000" cy="6505396"/>
          </a:xfrm>
        </p:grpSpPr>
        <p:cxnSp>
          <p:nvCxnSpPr>
            <p:cNvPr id="326" name="Google Shape;326;p16"/>
            <p:cNvCxnSpPr/>
            <p:nvPr/>
          </p:nvCxnSpPr>
          <p:spPr>
            <a:xfrm>
              <a:off x="0" y="25400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7" name="Google Shape;327;p16"/>
            <p:cNvCxnSpPr/>
            <p:nvPr/>
          </p:nvCxnSpPr>
          <p:spPr>
            <a:xfrm>
              <a:off x="0" y="1651749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8" name="Google Shape;328;p16"/>
            <p:cNvCxnSpPr/>
            <p:nvPr/>
          </p:nvCxnSpPr>
          <p:spPr>
            <a:xfrm>
              <a:off x="0" y="3278098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9" name="Google Shape;329;p16"/>
            <p:cNvCxnSpPr/>
            <p:nvPr/>
          </p:nvCxnSpPr>
          <p:spPr>
            <a:xfrm>
              <a:off x="0" y="4904447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0" name="Google Shape;330;p16"/>
            <p:cNvCxnSpPr/>
            <p:nvPr/>
          </p:nvCxnSpPr>
          <p:spPr>
            <a:xfrm>
              <a:off x="0" y="6530796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331" name="Google Shape;3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2475" y="242546"/>
            <a:ext cx="11296899" cy="921524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2" name="Google Shape;332;p16"/>
          <p:cNvGrpSpPr/>
          <p:nvPr/>
        </p:nvGrpSpPr>
        <p:grpSpPr>
          <a:xfrm>
            <a:off x="0" y="6993084"/>
            <a:ext cx="18288000" cy="3293916"/>
            <a:chOff x="0" y="-85725"/>
            <a:chExt cx="4816593" cy="867533"/>
          </a:xfrm>
        </p:grpSpPr>
        <p:sp>
          <p:nvSpPr>
            <p:cNvPr id="333" name="Google Shape;333;p16"/>
            <p:cNvSpPr/>
            <p:nvPr/>
          </p:nvSpPr>
          <p:spPr>
            <a:xfrm>
              <a:off x="0" y="0"/>
              <a:ext cx="4816592" cy="781808"/>
            </a:xfrm>
            <a:custGeom>
              <a:avLst/>
              <a:gdLst/>
              <a:ahLst/>
              <a:cxnLst/>
              <a:rect l="l" t="t" r="r" b="b"/>
              <a:pathLst>
                <a:path w="4816592" h="781808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781808"/>
                  </a:lnTo>
                  <a:lnTo>
                    <a:pt x="0" y="781808"/>
                  </a:lnTo>
                  <a:close/>
                </a:path>
              </a:pathLst>
            </a:custGeom>
            <a:solidFill>
              <a:srgbClr val="08524D"/>
            </a:solidFill>
            <a:ln>
              <a:noFill/>
            </a:ln>
          </p:spPr>
        </p:sp>
        <p:sp>
          <p:nvSpPr>
            <p:cNvPr id="334" name="Google Shape;334;p16"/>
            <p:cNvSpPr txBox="1"/>
            <p:nvPr/>
          </p:nvSpPr>
          <p:spPr>
            <a:xfrm>
              <a:off x="0" y="-85725"/>
              <a:ext cx="4816593" cy="8675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5" name="Google Shape;335;p16"/>
          <p:cNvSpPr txBox="1"/>
          <p:nvPr/>
        </p:nvSpPr>
        <p:spPr>
          <a:xfrm>
            <a:off x="331466" y="7282364"/>
            <a:ext cx="3231000" cy="3401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969" b="0" i="0" u="none" strike="noStrike" cap="none" dirty="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0</a:t>
            </a:r>
            <a:r>
              <a:rPr lang="ru-RU" sz="17969" b="0" i="0" u="none" strike="noStrike" cap="none" dirty="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5</a:t>
            </a:r>
            <a:endParaRPr dirty="0"/>
          </a:p>
        </p:txBody>
      </p:sp>
      <p:sp>
        <p:nvSpPr>
          <p:cNvPr id="336" name="Google Shape;336;p16"/>
          <p:cNvSpPr txBox="1"/>
          <p:nvPr/>
        </p:nvSpPr>
        <p:spPr>
          <a:xfrm>
            <a:off x="4330269" y="8139637"/>
            <a:ext cx="10841700" cy="1817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600" dirty="0">
                <a:solidFill>
                  <a:srgbClr val="CCFFA4"/>
                </a:solidFill>
                <a:cs typeface="Rajdhani"/>
                <a:sym typeface="Rajdhani"/>
              </a:rPr>
              <a:t>ПРИМЕР РАБОТЫ</a:t>
            </a:r>
            <a:endParaRPr sz="9600" dirty="0"/>
          </a:p>
        </p:txBody>
      </p:sp>
    </p:spTree>
    <p:extLst>
      <p:ext uri="{BB962C8B-B14F-4D97-AF65-F5344CB8AC3E}">
        <p14:creationId xmlns:p14="http://schemas.microsoft.com/office/powerpoint/2010/main" val="8425378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24D"/>
        </a:solidFill>
        <a:effectLst/>
      </p:bgPr>
    </p:bg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3" name="Google Shape;643;p23"/>
          <p:cNvGrpSpPr/>
          <p:nvPr/>
        </p:nvGrpSpPr>
        <p:grpSpPr>
          <a:xfrm>
            <a:off x="14186138" y="634482"/>
            <a:ext cx="4101862" cy="4098163"/>
            <a:chOff x="0" y="0"/>
            <a:chExt cx="5469149" cy="5464217"/>
          </a:xfrm>
        </p:grpSpPr>
        <p:sp>
          <p:nvSpPr>
            <p:cNvPr id="644" name="Google Shape;644;p23"/>
            <p:cNvSpPr/>
            <p:nvPr/>
          </p:nvSpPr>
          <p:spPr>
            <a:xfrm>
              <a:off x="0" y="796542"/>
              <a:ext cx="2054196" cy="4667675"/>
            </a:xfrm>
            <a:custGeom>
              <a:avLst/>
              <a:gdLst/>
              <a:ahLst/>
              <a:cxnLst/>
              <a:rect l="l" t="t" r="r" b="b"/>
              <a:pathLst>
                <a:path w="2054196" h="4667675" extrusionOk="0">
                  <a:moveTo>
                    <a:pt x="0" y="0"/>
                  </a:moveTo>
                  <a:lnTo>
                    <a:pt x="2054196" y="0"/>
                  </a:lnTo>
                  <a:lnTo>
                    <a:pt x="2054196" y="4667675"/>
                  </a:lnTo>
                  <a:lnTo>
                    <a:pt x="0" y="466767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t="-17059" r="-314164" b="-143995"/>
              </a:stretch>
            </a:blipFill>
            <a:ln>
              <a:noFill/>
            </a:ln>
          </p:spPr>
        </p:sp>
        <p:sp>
          <p:nvSpPr>
            <p:cNvPr id="645" name="Google Shape;645;p23"/>
            <p:cNvSpPr/>
            <p:nvPr/>
          </p:nvSpPr>
          <p:spPr>
            <a:xfrm>
              <a:off x="664190" y="0"/>
              <a:ext cx="4804959" cy="4057050"/>
            </a:xfrm>
            <a:custGeom>
              <a:avLst/>
              <a:gdLst/>
              <a:ahLst/>
              <a:cxnLst/>
              <a:rect l="l" t="t" r="r" b="b"/>
              <a:pathLst>
                <a:path w="4804959" h="4057050" extrusionOk="0">
                  <a:moveTo>
                    <a:pt x="0" y="0"/>
                  </a:moveTo>
                  <a:lnTo>
                    <a:pt x="4804959" y="0"/>
                  </a:lnTo>
                  <a:lnTo>
                    <a:pt x="4804959" y="4057050"/>
                  </a:lnTo>
                  <a:lnTo>
                    <a:pt x="0" y="40570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l="-13819" r="-63240" b="-200363"/>
              </a:stretch>
            </a:blipFill>
            <a:ln>
              <a:noFill/>
            </a:ln>
          </p:spPr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DDBDA2D-B442-9B41-6277-18C8F87ED7A7}"/>
              </a:ext>
            </a:extLst>
          </p:cNvPr>
          <p:cNvSpPr txBox="1"/>
          <p:nvPr/>
        </p:nvSpPr>
        <p:spPr>
          <a:xfrm>
            <a:off x="559838" y="634482"/>
            <a:ext cx="13338774" cy="8533859"/>
          </a:xfrm>
          <a:prstGeom prst="rect">
            <a:avLst/>
          </a:prstGeom>
          <a:solidFill>
            <a:srgbClr val="F5F6F8"/>
          </a:solidFill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pic>
        <p:nvPicPr>
          <p:cNvPr id="5" name="Google Shape;341;p17">
            <a:extLst>
              <a:ext uri="{FF2B5EF4-FFF2-40B4-BE49-F238E27FC236}">
                <a16:creationId xmlns:a16="http://schemas.microsoft.com/office/drawing/2014/main" id="{D21BEF07-B27B-3641-66AC-DC074871B681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r="59661"/>
          <a:stretch/>
        </p:blipFill>
        <p:spPr>
          <a:xfrm>
            <a:off x="15477375" y="5331429"/>
            <a:ext cx="2810625" cy="9025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2025-12-14 18.58.21_A19D6732-B6AA-43C1-8952-748A97658668.mp4">
            <a:hlinkClick r:id="" action="ppaction://media"/>
            <a:extLst>
              <a:ext uri="{FF2B5EF4-FFF2-40B4-BE49-F238E27FC236}">
                <a16:creationId xmlns:a16="http://schemas.microsoft.com/office/drawing/2014/main" id="{57BAF569-12C0-7693-7D15-A145A82B2A2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27654" y="870586"/>
            <a:ext cx="13003141" cy="8061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413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05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5FDA42-2DD7-1D3A-3CEB-A6038265D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9338" y="623811"/>
            <a:ext cx="14889324" cy="1617300"/>
          </a:xfrm>
        </p:spPr>
        <p:txBody>
          <a:bodyPr/>
          <a:lstStyle/>
          <a:p>
            <a:pPr algn="ctr"/>
            <a:r>
              <a:rPr lang="ru-RU" sz="6000" dirty="0"/>
              <a:t>Учитель выставляет оценки для студента: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5C88267-DC6A-31C2-43C0-14E4B2EA448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156996" y="4792264"/>
            <a:ext cx="4590661" cy="1707300"/>
          </a:xfrm>
        </p:spPr>
        <p:txBody>
          <a:bodyPr/>
          <a:lstStyle/>
          <a:p>
            <a:pPr marL="101600" indent="0">
              <a:buNone/>
            </a:pPr>
            <a:r>
              <a:rPr lang="ru-RU" sz="2800" b="1" dirty="0"/>
              <a:t>Успеваемость – 8</a:t>
            </a:r>
          </a:p>
          <a:p>
            <a:pPr marL="101600" indent="0">
              <a:buNone/>
            </a:pPr>
            <a:r>
              <a:rPr lang="ru-RU" sz="2800" b="1" dirty="0"/>
              <a:t>Ответственность – 7</a:t>
            </a:r>
          </a:p>
          <a:p>
            <a:pPr marL="101600" indent="0">
              <a:buNone/>
            </a:pPr>
            <a:r>
              <a:rPr lang="ru-RU" sz="2800" b="1" dirty="0"/>
              <a:t>Коммуникабельность – 6</a:t>
            </a:r>
          </a:p>
          <a:p>
            <a:pPr marL="101600" indent="0">
              <a:buNone/>
            </a:pPr>
            <a:r>
              <a:rPr lang="ru-RU" sz="2800" b="1" dirty="0"/>
              <a:t>Дисциплина – 9</a:t>
            </a:r>
          </a:p>
          <a:p>
            <a:pPr marL="101600" indent="0">
              <a:buNone/>
            </a:pPr>
            <a:r>
              <a:rPr lang="ru-RU" sz="2800" b="1" dirty="0"/>
              <a:t>Программа показывает:</a:t>
            </a:r>
          </a:p>
          <a:p>
            <a:pPr marL="101600" indent="0">
              <a:buNone/>
            </a:pPr>
            <a:r>
              <a:rPr lang="ru-RU" sz="2800" b="1" dirty="0"/>
              <a:t> 73</a:t>
            </a:r>
            <a:r>
              <a:rPr lang="en-US" sz="2800" b="1" dirty="0"/>
              <a:t>%</a:t>
            </a:r>
            <a:endParaRPr lang="ru-RU" sz="2800" b="1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6C42DF2-AEA6-D077-ACAF-36749ADC02BF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12709437" y="4792264"/>
            <a:ext cx="4590661" cy="3561518"/>
          </a:xfrm>
        </p:spPr>
        <p:txBody>
          <a:bodyPr/>
          <a:lstStyle/>
          <a:p>
            <a:pPr marL="101600" indent="0">
              <a:buNone/>
            </a:pPr>
            <a:r>
              <a:rPr lang="ru-RU" sz="2800" b="1" dirty="0"/>
              <a:t>Текстовое заключение:</a:t>
            </a:r>
          </a:p>
          <a:p>
            <a:pPr marL="101600" indent="0">
              <a:buNone/>
            </a:pPr>
            <a:r>
              <a:rPr lang="ru-RU" sz="2800" b="1" dirty="0"/>
              <a:t>«Абитуриент производит хорошее впечатление. При отсутствие форс-мажоров шансы на успех выше средних»</a:t>
            </a:r>
          </a:p>
        </p:txBody>
      </p:sp>
    </p:spTree>
    <p:extLst>
      <p:ext uri="{BB962C8B-B14F-4D97-AF65-F5344CB8AC3E}">
        <p14:creationId xmlns:p14="http://schemas.microsoft.com/office/powerpoint/2010/main" val="19067756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24D"/>
        </a:solidFill>
        <a:effectLst/>
      </p:bgPr>
    </p:bg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1" name="Google Shape;65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0758" y="623350"/>
            <a:ext cx="8788121" cy="9033325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p24"/>
          <p:cNvSpPr txBox="1"/>
          <p:nvPr/>
        </p:nvSpPr>
        <p:spPr>
          <a:xfrm>
            <a:off x="10798144" y="3115511"/>
            <a:ext cx="7060648" cy="3546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600" dirty="0">
                <a:solidFill>
                  <a:srgbClr val="CCFFA4"/>
                </a:solidFill>
                <a:cs typeface="Rajdhani"/>
                <a:sym typeface="Rajdhani"/>
              </a:rPr>
              <a:t>СПАСИБО ЗА ВНИМАНИЕ</a:t>
            </a:r>
            <a:endParaRPr sz="1000" dirty="0"/>
          </a:p>
        </p:txBody>
      </p:sp>
      <p:pic>
        <p:nvPicPr>
          <p:cNvPr id="2" name="Google Shape;454;p19">
            <a:extLst>
              <a:ext uri="{FF2B5EF4-FFF2-40B4-BE49-F238E27FC236}">
                <a16:creationId xmlns:a16="http://schemas.microsoft.com/office/drawing/2014/main" id="{8E4C9ED8-18C7-34B8-2BB3-06133C6ADDE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b="62469"/>
          <a:stretch/>
        </p:blipFill>
        <p:spPr>
          <a:xfrm>
            <a:off x="10245012" y="6960637"/>
            <a:ext cx="8042988" cy="332636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C674D0F-86CA-76BB-109E-C180365EF3F3}"/>
              </a:ext>
            </a:extLst>
          </p:cNvPr>
          <p:cNvSpPr txBox="1"/>
          <p:nvPr/>
        </p:nvSpPr>
        <p:spPr>
          <a:xfrm>
            <a:off x="15320968" y="7559715"/>
            <a:ext cx="503749" cy="613902"/>
          </a:xfrm>
          <a:prstGeom prst="rect">
            <a:avLst/>
          </a:prstGeom>
          <a:solidFill>
            <a:srgbClr val="08524D"/>
          </a:solidFill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287</Words>
  <Application>Microsoft Macintosh PowerPoint</Application>
  <PresentationFormat>Произвольный</PresentationFormat>
  <Paragraphs>62</Paragraphs>
  <Slides>19</Slides>
  <Notes>19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6" baseType="lpstr">
      <vt:lpstr>Lato</vt:lpstr>
      <vt:lpstr>Arial</vt:lpstr>
      <vt:lpstr>Apple Chancery</vt:lpstr>
      <vt:lpstr>Rajdhani</vt:lpstr>
      <vt:lpstr>Cambria Math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Учитель выставляет оценки для студента: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Валя Волкова</cp:lastModifiedBy>
  <cp:revision>3</cp:revision>
  <dcterms:modified xsi:type="dcterms:W3CDTF">2025-12-14T16:11:33Z</dcterms:modified>
</cp:coreProperties>
</file>